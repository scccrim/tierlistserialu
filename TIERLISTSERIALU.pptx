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7E719-4D95-4483-D044-944F11E0E1C3}" v="1782" dt="2026-04-05T22:01:01.012"/>
    <p1510:client id="{CFC194C1-7113-4873-7CD0-FA2E84967DC9}" v="49" dt="2026-04-05T22:05:18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Olivík" userId="S::i22olivja@oakm.cz::9867367e-8b67-443b-990f-f135715ff326" providerId="AD" clId="Web-{2207E719-4D95-4483-D044-944F11E0E1C3}"/>
    <pc:docChg chg="addSld delSld modSld addMainMaster delMainMaster">
      <pc:chgData name="Jakub Olivík" userId="S::i22olivja@oakm.cz::9867367e-8b67-443b-990f-f135715ff326" providerId="AD" clId="Web-{2207E719-4D95-4483-D044-944F11E0E1C3}" dt="2026-04-05T22:01:13.731" v="1321"/>
      <pc:docMkLst>
        <pc:docMk/>
      </pc:docMkLst>
      <pc:sldChg chg="addSp delSp modSp mod setBg modClrScheme setClrOvrMap chgLayout">
        <pc:chgData name="Jakub Olivík" userId="S::i22olivja@oakm.cz::9867367e-8b67-443b-990f-f135715ff326" providerId="AD" clId="Web-{2207E719-4D95-4483-D044-944F11E0E1C3}" dt="2026-04-05T21:50:48.545" v="1129"/>
        <pc:sldMkLst>
          <pc:docMk/>
          <pc:sldMk cId="109857222" sldId="256"/>
        </pc:sldMkLst>
        <pc:spChg chg="mod">
          <ac:chgData name="Jakub Olivík" userId="S::i22olivja@oakm.cz::9867367e-8b67-443b-990f-f135715ff326" providerId="AD" clId="Web-{2207E719-4D95-4483-D044-944F11E0E1C3}" dt="2026-04-05T21:50:48.545" v="1129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akub Olivík" userId="S::i22olivja@oakm.cz::9867367e-8b67-443b-990f-f135715ff326" providerId="AD" clId="Web-{2207E719-4D95-4483-D044-944F11E0E1C3}" dt="2026-04-05T21:50:48.545" v="1129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Jakub Olivík" userId="S::i22olivja@oakm.cz::9867367e-8b67-443b-990f-f135715ff326" providerId="AD" clId="Web-{2207E719-4D95-4483-D044-944F11E0E1C3}" dt="2026-04-05T21:50:48.545" v="1129"/>
          <ac:spMkLst>
            <pc:docMk/>
            <pc:sldMk cId="109857222" sldId="256"/>
            <ac:spMk id="8" creationId="{DEF92653-5D6D-47E6-8744-0DAF76E049C4}"/>
          </ac:spMkLst>
        </pc:spChg>
        <pc:spChg chg="add del">
          <ac:chgData name="Jakub Olivík" userId="S::i22olivja@oakm.cz::9867367e-8b67-443b-990f-f135715ff326" providerId="AD" clId="Web-{2207E719-4D95-4483-D044-944F11E0E1C3}" dt="2026-04-05T21:50:48.545" v="1129"/>
          <ac:spMkLst>
            <pc:docMk/>
            <pc:sldMk cId="109857222" sldId="256"/>
            <ac:spMk id="10" creationId="{AE99FF03-DD5A-4DE5-9633-AA461D9BB750}"/>
          </ac:spMkLst>
        </pc:spChg>
        <pc:spChg chg="add">
          <ac:chgData name="Jakub Olivík" userId="S::i22olivja@oakm.cz::9867367e-8b67-443b-990f-f135715ff326" providerId="AD" clId="Web-{2207E719-4D95-4483-D044-944F11E0E1C3}" dt="2026-04-05T21:50:48.545" v="1129"/>
          <ac:spMkLst>
            <pc:docMk/>
            <pc:sldMk cId="109857222" sldId="256"/>
            <ac:spMk id="17" creationId="{D1A8C4F8-261C-7C98-9585-431358419FF7}"/>
          </ac:spMkLst>
        </pc:spChg>
        <pc:cxnChg chg="add del">
          <ac:chgData name="Jakub Olivík" userId="S::i22olivja@oakm.cz::9867367e-8b67-443b-990f-f135715ff326" providerId="AD" clId="Web-{2207E719-4D95-4483-D044-944F11E0E1C3}" dt="2026-04-05T21:50:48.545" v="1129"/>
          <ac:cxnSpMkLst>
            <pc:docMk/>
            <pc:sldMk cId="109857222" sldId="256"/>
            <ac:cxnSpMk id="12" creationId="{9CA98CE3-81A7-4FFE-A047-9AA65998D877}"/>
          </ac:cxnSpMkLst>
        </pc:cxnChg>
        <pc:cxnChg chg="add">
          <ac:chgData name="Jakub Olivík" userId="S::i22olivja@oakm.cz::9867367e-8b67-443b-990f-f135715ff326" providerId="AD" clId="Web-{2207E719-4D95-4483-D044-944F11E0E1C3}" dt="2026-04-05T21:50:48.545" v="1129"/>
          <ac:cxnSpMkLst>
            <pc:docMk/>
            <pc:sldMk cId="109857222" sldId="256"/>
            <ac:cxnSpMk id="19" creationId="{91AFE2CA-5B3A-141B-BA1D-064BC79E6B90}"/>
          </ac:cxnSpMkLst>
        </pc:cxnChg>
      </pc:sldChg>
      <pc:sldChg chg="addSp delSp modSp new mod setBg setClrOvrMap">
        <pc:chgData name="Jakub Olivík" userId="S::i22olivja@oakm.cz::9867367e-8b67-443b-990f-f135715ff326" providerId="AD" clId="Web-{2207E719-4D95-4483-D044-944F11E0E1C3}" dt="2026-04-05T21:51:25.468" v="1138" actId="20577"/>
        <pc:sldMkLst>
          <pc:docMk/>
          <pc:sldMk cId="3806503285" sldId="257"/>
        </pc:sldMkLst>
        <pc:spChg chg="mod">
          <ac:chgData name="Jakub Olivík" userId="S::i22olivja@oakm.cz::9867367e-8b67-443b-990f-f135715ff326" providerId="AD" clId="Web-{2207E719-4D95-4483-D044-944F11E0E1C3}" dt="2026-04-05T21:50:59.342" v="1132"/>
          <ac:spMkLst>
            <pc:docMk/>
            <pc:sldMk cId="3806503285" sldId="257"/>
            <ac:spMk id="2" creationId="{6B4B8524-7130-FF16-4392-3C4D7C1946D6}"/>
          </ac:spMkLst>
        </pc:spChg>
        <pc:spChg chg="del">
          <ac:chgData name="Jakub Olivík" userId="S::i22olivja@oakm.cz::9867367e-8b67-443b-990f-f135715ff326" providerId="AD" clId="Web-{2207E719-4D95-4483-D044-944F11E0E1C3}" dt="2026-04-05T21:13:21.565" v="14"/>
          <ac:spMkLst>
            <pc:docMk/>
            <pc:sldMk cId="3806503285" sldId="257"/>
            <ac:spMk id="3" creationId="{941145F4-E557-37C2-9058-D8B861E40F06}"/>
          </ac:spMkLst>
        </pc:spChg>
        <pc:spChg chg="add mod">
          <ac:chgData name="Jakub Olivík" userId="S::i22olivja@oakm.cz::9867367e-8b67-443b-990f-f135715ff326" providerId="AD" clId="Web-{2207E719-4D95-4483-D044-944F11E0E1C3}" dt="2026-04-05T21:51:25.468" v="1138" actId="20577"/>
          <ac:spMkLst>
            <pc:docMk/>
            <pc:sldMk cId="3806503285" sldId="257"/>
            <ac:spMk id="5" creationId="{5EF700EB-AFFC-EFDC-7E0A-E5672988BF67}"/>
          </ac:spMkLst>
        </pc:spChg>
        <pc:spChg chg="add del">
          <ac:chgData name="Jakub Olivík" userId="S::i22olivja@oakm.cz::9867367e-8b67-443b-990f-f135715ff326" providerId="AD" clId="Web-{2207E719-4D95-4483-D044-944F11E0E1C3}" dt="2026-04-05T21:50:59.342" v="1132"/>
          <ac:spMkLst>
            <pc:docMk/>
            <pc:sldMk cId="3806503285" sldId="257"/>
            <ac:spMk id="12" creationId="{DEF92653-5D6D-47E6-8744-0DAF76E049C4}"/>
          </ac:spMkLst>
        </pc:spChg>
        <pc:spChg chg="add del">
          <ac:chgData name="Jakub Olivík" userId="S::i22olivja@oakm.cz::9867367e-8b67-443b-990f-f135715ff326" providerId="AD" clId="Web-{2207E719-4D95-4483-D044-944F11E0E1C3}" dt="2026-04-05T21:50:59.327" v="1131"/>
          <ac:spMkLst>
            <pc:docMk/>
            <pc:sldMk cId="3806503285" sldId="257"/>
            <ac:spMk id="18" creationId="{E49D7415-2F11-44C2-B6AA-13A25B6814B9}"/>
          </ac:spMkLst>
        </pc:spChg>
        <pc:spChg chg="add del">
          <ac:chgData name="Jakub Olivík" userId="S::i22olivja@oakm.cz::9867367e-8b67-443b-990f-f135715ff326" providerId="AD" clId="Web-{2207E719-4D95-4483-D044-944F11E0E1C3}" dt="2026-04-05T21:19:07.376" v="174"/>
          <ac:spMkLst>
            <pc:docMk/>
            <pc:sldMk cId="3806503285" sldId="257"/>
            <ac:spMk id="21" creationId="{E49D7415-2F11-44C2-B6AA-13A25B6814B9}"/>
          </ac:spMkLst>
        </pc:spChg>
        <pc:spChg chg="add">
          <ac:chgData name="Jakub Olivík" userId="S::i22olivja@oakm.cz::9867367e-8b67-443b-990f-f135715ff326" providerId="AD" clId="Web-{2207E719-4D95-4483-D044-944F11E0E1C3}" dt="2026-04-05T21:50:59.342" v="1132"/>
          <ac:spMkLst>
            <pc:docMk/>
            <pc:sldMk cId="3806503285" sldId="257"/>
            <ac:spMk id="27" creationId="{E49D7415-2F11-44C2-B6AA-13A25B6814B9}"/>
          </ac:spMkLst>
        </pc:spChg>
        <pc:picChg chg="add mod">
          <ac:chgData name="Jakub Olivík" userId="S::i22olivja@oakm.cz::9867367e-8b67-443b-990f-f135715ff326" providerId="AD" clId="Web-{2207E719-4D95-4483-D044-944F11E0E1C3}" dt="2026-04-05T21:50:59.342" v="1132"/>
          <ac:picMkLst>
            <pc:docMk/>
            <pc:sldMk cId="3806503285" sldId="257"/>
            <ac:picMk id="6" creationId="{472B661E-7697-4FA3-8FA5-768623258F1D}"/>
          </ac:picMkLst>
        </pc:picChg>
        <pc:cxnChg chg="add del">
          <ac:chgData name="Jakub Olivík" userId="S::i22olivja@oakm.cz::9867367e-8b67-443b-990f-f135715ff326" providerId="AD" clId="Web-{2207E719-4D95-4483-D044-944F11E0E1C3}" dt="2026-04-05T21:50:59.342" v="1132"/>
          <ac:cxnSpMkLst>
            <pc:docMk/>
            <pc:sldMk cId="3806503285" sldId="257"/>
            <ac:cxnSpMk id="8" creationId="{F64F9B95-9045-48D2-B9F3-2927E98F54AA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0:59.342" v="1132"/>
          <ac:cxnSpMkLst>
            <pc:docMk/>
            <pc:sldMk cId="3806503285" sldId="257"/>
            <ac:cxnSpMk id="10" creationId="{085AA86F-6A4D-4BCB-A045-D992CDC2959B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0:59.342" v="1132"/>
          <ac:cxnSpMkLst>
            <pc:docMk/>
            <pc:sldMk cId="3806503285" sldId="257"/>
            <ac:cxnSpMk id="14" creationId="{9CA98CE3-81A7-4FFE-A047-9AA65998D877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0:59.342" v="1132"/>
          <ac:cxnSpMkLst>
            <pc:docMk/>
            <pc:sldMk cId="3806503285" sldId="257"/>
            <ac:cxnSpMk id="16" creationId="{18D91C2B-BDB9-49BE-9C44-E0CFE597ABFE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19:07.376" v="174"/>
          <ac:cxnSpMkLst>
            <pc:docMk/>
            <pc:sldMk cId="3806503285" sldId="257"/>
            <ac:cxnSpMk id="23" creationId="{D2E57F3D-33BE-4306-87E6-245763719516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0:59.327" v="1131"/>
          <ac:cxnSpMkLst>
            <pc:docMk/>
            <pc:sldMk cId="3806503285" sldId="257"/>
            <ac:cxnSpMk id="25" creationId="{6E0E8146-6E65-2E6C-0C86-547E3C925406}"/>
          </ac:cxnSpMkLst>
        </pc:cxnChg>
        <pc:cxnChg chg="add">
          <ac:chgData name="Jakub Olivík" userId="S::i22olivja@oakm.cz::9867367e-8b67-443b-990f-f135715ff326" providerId="AD" clId="Web-{2207E719-4D95-4483-D044-944F11E0E1C3}" dt="2026-04-05T21:50:59.342" v="1132"/>
          <ac:cxnSpMkLst>
            <pc:docMk/>
            <pc:sldMk cId="3806503285" sldId="257"/>
            <ac:cxnSpMk id="28" creationId="{D2E57F3D-33BE-4306-87E6-245763719516}"/>
          </ac:cxnSpMkLst>
        </pc:cxnChg>
      </pc:sldChg>
      <pc:sldChg chg="addSp delSp modSp new mod setBg setClrOvrMap">
        <pc:chgData name="Jakub Olivík" userId="S::i22olivja@oakm.cz::9867367e-8b67-443b-990f-f135715ff326" providerId="AD" clId="Web-{2207E719-4D95-4483-D044-944F11E0E1C3}" dt="2026-04-05T21:51:47.750" v="1141" actId="20577"/>
        <pc:sldMkLst>
          <pc:docMk/>
          <pc:sldMk cId="3063239759" sldId="258"/>
        </pc:sldMkLst>
        <pc:spChg chg="mod">
          <ac:chgData name="Jakub Olivík" userId="S::i22olivja@oakm.cz::9867367e-8b67-443b-990f-f135715ff326" providerId="AD" clId="Web-{2207E719-4D95-4483-D044-944F11E0E1C3}" dt="2026-04-05T21:51:37.672" v="1139"/>
          <ac:spMkLst>
            <pc:docMk/>
            <pc:sldMk cId="3063239759" sldId="258"/>
            <ac:spMk id="2" creationId="{45301515-72E8-6CD0-92D1-2562FCB2D930}"/>
          </ac:spMkLst>
        </pc:spChg>
        <pc:spChg chg="del">
          <ac:chgData name="Jakub Olivík" userId="S::i22olivja@oakm.cz::9867367e-8b67-443b-990f-f135715ff326" providerId="AD" clId="Web-{2207E719-4D95-4483-D044-944F11E0E1C3}" dt="2026-04-05T21:19:36.002" v="179"/>
          <ac:spMkLst>
            <pc:docMk/>
            <pc:sldMk cId="3063239759" sldId="258"/>
            <ac:spMk id="3" creationId="{F00A13A9-C23B-2EBC-FD3F-D8225F36D0DF}"/>
          </ac:spMkLst>
        </pc:spChg>
        <pc:spChg chg="add del mod ord">
          <ac:chgData name="Jakub Olivík" userId="S::i22olivja@oakm.cz::9867367e-8b67-443b-990f-f135715ff326" providerId="AD" clId="Web-{2207E719-4D95-4483-D044-944F11E0E1C3}" dt="2026-04-05T21:51:37.672" v="1139"/>
          <ac:spMkLst>
            <pc:docMk/>
            <pc:sldMk cId="3063239759" sldId="258"/>
            <ac:spMk id="5" creationId="{8E6FE0DE-8AAE-1138-02BC-4C6C2EDB7B33}"/>
          </ac:spMkLst>
        </pc:spChg>
        <pc:spChg chg="add mod">
          <ac:chgData name="Jakub Olivík" userId="S::i22olivja@oakm.cz::9867367e-8b67-443b-990f-f135715ff326" providerId="AD" clId="Web-{2207E719-4D95-4483-D044-944F11E0E1C3}" dt="2026-04-05T21:51:47.750" v="1141" actId="20577"/>
          <ac:spMkLst>
            <pc:docMk/>
            <pc:sldMk cId="3063239759" sldId="258"/>
            <ac:spMk id="7" creationId="{7186FAB7-8A28-0957-0F0A-681A6A036356}"/>
          </ac:spMkLst>
        </pc:spChg>
        <pc:spChg chg="add del">
          <ac:chgData name="Jakub Olivík" userId="S::i22olivja@oakm.cz::9867367e-8b67-443b-990f-f135715ff326" providerId="AD" clId="Web-{2207E719-4D95-4483-D044-944F11E0E1C3}" dt="2026-04-05T21:51:37.672" v="1139"/>
          <ac:spMkLst>
            <pc:docMk/>
            <pc:sldMk cId="3063239759" sldId="258"/>
            <ac:spMk id="12" creationId="{DEF92653-5D6D-47E6-8744-0DAF76E049C4}"/>
          </ac:spMkLst>
        </pc:spChg>
        <pc:spChg chg="add">
          <ac:chgData name="Jakub Olivík" userId="S::i22olivja@oakm.cz::9867367e-8b67-443b-990f-f135715ff326" providerId="AD" clId="Web-{2207E719-4D95-4483-D044-944F11E0E1C3}" dt="2026-04-05T21:51:37.672" v="1139"/>
          <ac:spMkLst>
            <pc:docMk/>
            <pc:sldMk cId="3063239759" sldId="258"/>
            <ac:spMk id="21" creationId="{E53615EE-C559-4E03-999B-5477F1626FE5}"/>
          </ac:spMkLst>
        </pc:spChg>
        <pc:picChg chg="add mod">
          <ac:chgData name="Jakub Olivík" userId="S::i22olivja@oakm.cz::9867367e-8b67-443b-990f-f135715ff326" providerId="AD" clId="Web-{2207E719-4D95-4483-D044-944F11E0E1C3}" dt="2026-04-05T21:51:37.672" v="1139"/>
          <ac:picMkLst>
            <pc:docMk/>
            <pc:sldMk cId="3063239759" sldId="258"/>
            <ac:picMk id="9" creationId="{AC9E15A5-4795-B19C-C0C2-3EE9948636ED}"/>
          </ac:picMkLst>
        </pc:picChg>
        <pc:picChg chg="add mod">
          <ac:chgData name="Jakub Olivík" userId="S::i22olivja@oakm.cz::9867367e-8b67-443b-990f-f135715ff326" providerId="AD" clId="Web-{2207E719-4D95-4483-D044-944F11E0E1C3}" dt="2026-04-05T21:51:37.672" v="1139"/>
          <ac:picMkLst>
            <pc:docMk/>
            <pc:sldMk cId="3063239759" sldId="258"/>
            <ac:picMk id="11" creationId="{87085FFC-F51D-72ED-9446-BA87969B6DDA}"/>
          </ac:picMkLst>
        </pc:picChg>
        <pc:cxnChg chg="add del">
          <ac:chgData name="Jakub Olivík" userId="S::i22olivja@oakm.cz::9867367e-8b67-443b-990f-f135715ff326" providerId="AD" clId="Web-{2207E719-4D95-4483-D044-944F11E0E1C3}" dt="2026-04-05T21:51:37.672" v="1139"/>
          <ac:cxnSpMkLst>
            <pc:docMk/>
            <pc:sldMk cId="3063239759" sldId="258"/>
            <ac:cxnSpMk id="8" creationId="{F64F9B95-9045-48D2-B9F3-2927E98F54AA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1:37.672" v="1139"/>
          <ac:cxnSpMkLst>
            <pc:docMk/>
            <pc:sldMk cId="3063239759" sldId="258"/>
            <ac:cxnSpMk id="10" creationId="{085AA86F-6A4D-4BCB-A045-D992CDC2959B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1:37.672" v="1139"/>
          <ac:cxnSpMkLst>
            <pc:docMk/>
            <pc:sldMk cId="3063239759" sldId="258"/>
            <ac:cxnSpMk id="14" creationId="{9CA98CE3-81A7-4FFE-A047-9AA65998D877}"/>
          </ac:cxnSpMkLst>
        </pc:cxnChg>
        <pc:cxnChg chg="add">
          <ac:chgData name="Jakub Olivík" userId="S::i22olivja@oakm.cz::9867367e-8b67-443b-990f-f135715ff326" providerId="AD" clId="Web-{2207E719-4D95-4483-D044-944F11E0E1C3}" dt="2026-04-05T21:19:36.002" v="179"/>
          <ac:cxnSpMkLst>
            <pc:docMk/>
            <pc:sldMk cId="3063239759" sldId="258"/>
            <ac:cxnSpMk id="16" creationId="{18D91C2B-BDB9-49BE-9C44-E0CFE597ABFE}"/>
          </ac:cxnSpMkLst>
        </pc:cxnChg>
      </pc:sldChg>
      <pc:sldChg chg="addSp delSp modSp new mod setBg setClrOvrMap">
        <pc:chgData name="Jakub Olivík" userId="S::i22olivja@oakm.cz::9867367e-8b67-443b-990f-f135715ff326" providerId="AD" clId="Web-{2207E719-4D95-4483-D044-944F11E0E1C3}" dt="2026-04-05T21:52:52.317" v="1147" actId="20577"/>
        <pc:sldMkLst>
          <pc:docMk/>
          <pc:sldMk cId="3085395298" sldId="259"/>
        </pc:sldMkLst>
        <pc:spChg chg="mod">
          <ac:chgData name="Jakub Olivík" userId="S::i22olivja@oakm.cz::9867367e-8b67-443b-990f-f135715ff326" providerId="AD" clId="Web-{2207E719-4D95-4483-D044-944F11E0E1C3}" dt="2026-04-05T21:52:39.220" v="1143"/>
          <ac:spMkLst>
            <pc:docMk/>
            <pc:sldMk cId="3085395298" sldId="259"/>
            <ac:spMk id="2" creationId="{E61FA6DD-9E57-2DAA-37DB-445079529DD2}"/>
          </ac:spMkLst>
        </pc:spChg>
        <pc:spChg chg="del">
          <ac:chgData name="Jakub Olivík" userId="S::i22olivja@oakm.cz::9867367e-8b67-443b-990f-f135715ff326" providerId="AD" clId="Web-{2207E719-4D95-4483-D044-944F11E0E1C3}" dt="2026-04-05T21:27:00.060" v="347"/>
          <ac:spMkLst>
            <pc:docMk/>
            <pc:sldMk cId="3085395298" sldId="259"/>
            <ac:spMk id="3" creationId="{611A8D5E-FA37-5089-CC15-D67E14FDDA34}"/>
          </ac:spMkLst>
        </pc:spChg>
        <pc:spChg chg="add mod">
          <ac:chgData name="Jakub Olivík" userId="S::i22olivja@oakm.cz::9867367e-8b67-443b-990f-f135715ff326" providerId="AD" clId="Web-{2207E719-4D95-4483-D044-944F11E0E1C3}" dt="2026-04-05T21:52:52.317" v="1147" actId="20577"/>
          <ac:spMkLst>
            <pc:docMk/>
            <pc:sldMk cId="3085395298" sldId="259"/>
            <ac:spMk id="4" creationId="{21BBBD21-D78F-E6B2-3331-58B1B2770539}"/>
          </ac:spMkLst>
        </pc:spChg>
        <pc:spChg chg="add del">
          <ac:chgData name="Jakub Olivík" userId="S::i22olivja@oakm.cz::9867367e-8b67-443b-990f-f135715ff326" providerId="AD" clId="Web-{2207E719-4D95-4483-D044-944F11E0E1C3}" dt="2026-04-05T21:52:39.220" v="1143"/>
          <ac:spMkLst>
            <pc:docMk/>
            <pc:sldMk cId="3085395298" sldId="259"/>
            <ac:spMk id="12" creationId="{DEF92653-5D6D-47E6-8744-0DAF76E049C4}"/>
          </ac:spMkLst>
        </pc:spChg>
        <pc:spChg chg="add">
          <ac:chgData name="Jakub Olivík" userId="S::i22olivja@oakm.cz::9867367e-8b67-443b-990f-f135715ff326" providerId="AD" clId="Web-{2207E719-4D95-4483-D044-944F11E0E1C3}" dt="2026-04-05T21:52:39.220" v="1143"/>
          <ac:spMkLst>
            <pc:docMk/>
            <pc:sldMk cId="3085395298" sldId="259"/>
            <ac:spMk id="21" creationId="{E49D7415-2F11-44C2-B6AA-13A25B6814B9}"/>
          </ac:spMkLst>
        </pc:spChg>
        <pc:picChg chg="add mod">
          <ac:chgData name="Jakub Olivík" userId="S::i22olivja@oakm.cz::9867367e-8b67-443b-990f-f135715ff326" providerId="AD" clId="Web-{2207E719-4D95-4483-D044-944F11E0E1C3}" dt="2026-04-05T21:52:39.220" v="1143"/>
          <ac:picMkLst>
            <pc:docMk/>
            <pc:sldMk cId="3085395298" sldId="259"/>
            <ac:picMk id="5" creationId="{300678A6-9A8C-F460-42AD-DA657CCFAC00}"/>
          </ac:picMkLst>
        </pc:picChg>
        <pc:cxnChg chg="add del">
          <ac:chgData name="Jakub Olivík" userId="S::i22olivja@oakm.cz::9867367e-8b67-443b-990f-f135715ff326" providerId="AD" clId="Web-{2207E719-4D95-4483-D044-944F11E0E1C3}" dt="2026-04-05T21:52:39.220" v="1143"/>
          <ac:cxnSpMkLst>
            <pc:docMk/>
            <pc:sldMk cId="3085395298" sldId="259"/>
            <ac:cxnSpMk id="8" creationId="{F64F9B95-9045-48D2-B9F3-2927E98F54AA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2:39.220" v="1143"/>
          <ac:cxnSpMkLst>
            <pc:docMk/>
            <pc:sldMk cId="3085395298" sldId="259"/>
            <ac:cxnSpMk id="10" creationId="{085AA86F-6A4D-4BCB-A045-D992CDC2959B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2:39.220" v="1143"/>
          <ac:cxnSpMkLst>
            <pc:docMk/>
            <pc:sldMk cId="3085395298" sldId="259"/>
            <ac:cxnSpMk id="14" creationId="{9CA98CE3-81A7-4FFE-A047-9AA65998D877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2:39.220" v="1143"/>
          <ac:cxnSpMkLst>
            <pc:docMk/>
            <pc:sldMk cId="3085395298" sldId="259"/>
            <ac:cxnSpMk id="16" creationId="{18D91C2B-BDB9-49BE-9C44-E0CFE597ABFE}"/>
          </ac:cxnSpMkLst>
        </pc:cxnChg>
        <pc:cxnChg chg="add">
          <ac:chgData name="Jakub Olivík" userId="S::i22olivja@oakm.cz::9867367e-8b67-443b-990f-f135715ff326" providerId="AD" clId="Web-{2207E719-4D95-4483-D044-944F11E0E1C3}" dt="2026-04-05T21:52:39.220" v="1143"/>
          <ac:cxnSpMkLst>
            <pc:docMk/>
            <pc:sldMk cId="3085395298" sldId="259"/>
            <ac:cxnSpMk id="23" creationId="{D2E57F3D-33BE-4306-87E6-245763719516}"/>
          </ac:cxnSpMkLst>
        </pc:cxnChg>
      </pc:sldChg>
      <pc:sldChg chg="addSp delSp modSp new mod setBg setClrOvrMap">
        <pc:chgData name="Jakub Olivík" userId="S::i22olivja@oakm.cz::9867367e-8b67-443b-990f-f135715ff326" providerId="AD" clId="Web-{2207E719-4D95-4483-D044-944F11E0E1C3}" dt="2026-04-05T21:55:26.570" v="1171" actId="20577"/>
        <pc:sldMkLst>
          <pc:docMk/>
          <pc:sldMk cId="3248095261" sldId="260"/>
        </pc:sldMkLst>
        <pc:spChg chg="mod">
          <ac:chgData name="Jakub Olivík" userId="S::i22olivja@oakm.cz::9867367e-8b67-443b-990f-f135715ff326" providerId="AD" clId="Web-{2207E719-4D95-4483-D044-944F11E0E1C3}" dt="2026-04-05T21:55:10.866" v="1168"/>
          <ac:spMkLst>
            <pc:docMk/>
            <pc:sldMk cId="3248095261" sldId="260"/>
            <ac:spMk id="2" creationId="{31FEF61A-3CAF-EE01-AB7F-CAFE92D46ACF}"/>
          </ac:spMkLst>
        </pc:spChg>
        <pc:spChg chg="del">
          <ac:chgData name="Jakub Olivík" userId="S::i22olivja@oakm.cz::9867367e-8b67-443b-990f-f135715ff326" providerId="AD" clId="Web-{2207E719-4D95-4483-D044-944F11E0E1C3}" dt="2026-04-05T21:31:33.562" v="554"/>
          <ac:spMkLst>
            <pc:docMk/>
            <pc:sldMk cId="3248095261" sldId="260"/>
            <ac:spMk id="3" creationId="{DA11DD16-1589-71D2-77CD-DBBCA6FB258E}"/>
          </ac:spMkLst>
        </pc:spChg>
        <pc:spChg chg="add mod">
          <ac:chgData name="Jakub Olivík" userId="S::i22olivja@oakm.cz::9867367e-8b67-443b-990f-f135715ff326" providerId="AD" clId="Web-{2207E719-4D95-4483-D044-944F11E0E1C3}" dt="2026-04-05T21:55:26.570" v="1171" actId="20577"/>
          <ac:spMkLst>
            <pc:docMk/>
            <pc:sldMk cId="3248095261" sldId="260"/>
            <ac:spMk id="5" creationId="{73CF7B07-327B-7F82-CB31-1923E8D96F71}"/>
          </ac:spMkLst>
        </pc:spChg>
        <pc:spChg chg="add del">
          <ac:chgData name="Jakub Olivík" userId="S::i22olivja@oakm.cz::9867367e-8b67-443b-990f-f135715ff326" providerId="AD" clId="Web-{2207E719-4D95-4483-D044-944F11E0E1C3}" dt="2026-04-05T21:53:02.442" v="1148"/>
          <ac:spMkLst>
            <pc:docMk/>
            <pc:sldMk cId="3248095261" sldId="260"/>
            <ac:spMk id="12" creationId="{DEF92653-5D6D-47E6-8744-0DAF76E049C4}"/>
          </ac:spMkLst>
        </pc:spChg>
        <pc:spChg chg="add del">
          <ac:chgData name="Jakub Olivík" userId="S::i22olivja@oakm.cz::9867367e-8b67-443b-990f-f135715ff326" providerId="AD" clId="Web-{2207E719-4D95-4483-D044-944F11E0E1C3}" dt="2026-04-05T21:55:10.866" v="1168"/>
          <ac:spMkLst>
            <pc:docMk/>
            <pc:sldMk cId="3248095261" sldId="260"/>
            <ac:spMk id="21" creationId="{E53615EE-C559-4E03-999B-5477F1626FE5}"/>
          </ac:spMkLst>
        </pc:spChg>
        <pc:spChg chg="add">
          <ac:chgData name="Jakub Olivík" userId="S::i22olivja@oakm.cz::9867367e-8b67-443b-990f-f135715ff326" providerId="AD" clId="Web-{2207E719-4D95-4483-D044-944F11E0E1C3}" dt="2026-04-05T21:55:10.866" v="1168"/>
          <ac:spMkLst>
            <pc:docMk/>
            <pc:sldMk cId="3248095261" sldId="260"/>
            <ac:spMk id="28" creationId="{E49D7415-2F11-44C2-B6AA-13A25B6814B9}"/>
          </ac:spMkLst>
        </pc:spChg>
        <pc:picChg chg="add mod">
          <ac:chgData name="Jakub Olivík" userId="S::i22olivja@oakm.cz::9867367e-8b67-443b-990f-f135715ff326" providerId="AD" clId="Web-{2207E719-4D95-4483-D044-944F11E0E1C3}" dt="2026-04-05T21:55:10.866" v="1168"/>
          <ac:picMkLst>
            <pc:docMk/>
            <pc:sldMk cId="3248095261" sldId="260"/>
            <ac:picMk id="6" creationId="{017DA55F-821D-70BA-7CA9-BA3F4F5E8C20}"/>
          </ac:picMkLst>
        </pc:picChg>
        <pc:picChg chg="add del mod">
          <ac:chgData name="Jakub Olivík" userId="S::i22olivja@oakm.cz::9867367e-8b67-443b-990f-f135715ff326" providerId="AD" clId="Web-{2207E719-4D95-4483-D044-944F11E0E1C3}" dt="2026-04-05T21:55:05.709" v="1167"/>
          <ac:picMkLst>
            <pc:docMk/>
            <pc:sldMk cId="3248095261" sldId="260"/>
            <ac:picMk id="7" creationId="{DAAFB1A5-8D14-F1D6-736E-D7059A4D31FA}"/>
          </ac:picMkLst>
        </pc:picChg>
        <pc:cxnChg chg="add del">
          <ac:chgData name="Jakub Olivík" userId="S::i22olivja@oakm.cz::9867367e-8b67-443b-990f-f135715ff326" providerId="AD" clId="Web-{2207E719-4D95-4483-D044-944F11E0E1C3}" dt="2026-04-05T21:53:02.442" v="1148"/>
          <ac:cxnSpMkLst>
            <pc:docMk/>
            <pc:sldMk cId="3248095261" sldId="260"/>
            <ac:cxnSpMk id="8" creationId="{F64F9B95-9045-48D2-B9F3-2927E98F54AA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3:02.442" v="1148"/>
          <ac:cxnSpMkLst>
            <pc:docMk/>
            <pc:sldMk cId="3248095261" sldId="260"/>
            <ac:cxnSpMk id="10" creationId="{085AA86F-6A4D-4BCB-A045-D992CDC2959B}"/>
          </ac:cxnSpMkLst>
        </pc:cxnChg>
        <pc:cxnChg chg="add">
          <ac:chgData name="Jakub Olivík" userId="S::i22olivja@oakm.cz::9867367e-8b67-443b-990f-f135715ff326" providerId="AD" clId="Web-{2207E719-4D95-4483-D044-944F11E0E1C3}" dt="2026-04-05T21:31:33.562" v="554"/>
          <ac:cxnSpMkLst>
            <pc:docMk/>
            <pc:sldMk cId="3248095261" sldId="260"/>
            <ac:cxnSpMk id="14" creationId="{9CA98CE3-81A7-4FFE-A047-9AA65998D877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3:02.442" v="1148"/>
          <ac:cxnSpMkLst>
            <pc:docMk/>
            <pc:sldMk cId="3248095261" sldId="260"/>
            <ac:cxnSpMk id="16" creationId="{18D91C2B-BDB9-49BE-9C44-E0CFE597ABFE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5:10.866" v="1168"/>
          <ac:cxnSpMkLst>
            <pc:docMk/>
            <pc:sldMk cId="3248095261" sldId="260"/>
            <ac:cxnSpMk id="23" creationId="{B43766AD-6614-4710-B2A4-7BB682EE3D66}"/>
          </ac:cxnSpMkLst>
        </pc:cxnChg>
        <pc:cxnChg chg="add">
          <ac:chgData name="Jakub Olivík" userId="S::i22olivja@oakm.cz::9867367e-8b67-443b-990f-f135715ff326" providerId="AD" clId="Web-{2207E719-4D95-4483-D044-944F11E0E1C3}" dt="2026-04-05T21:55:10.866" v="1168"/>
          <ac:cxnSpMkLst>
            <pc:docMk/>
            <pc:sldMk cId="3248095261" sldId="260"/>
            <ac:cxnSpMk id="30" creationId="{D2E57F3D-33BE-4306-87E6-245763719516}"/>
          </ac:cxnSpMkLst>
        </pc:cxnChg>
      </pc:sldChg>
      <pc:sldChg chg="addSp delSp modSp new mod setBg setClrOvrMap">
        <pc:chgData name="Jakub Olivík" userId="S::i22olivja@oakm.cz::9867367e-8b67-443b-990f-f135715ff326" providerId="AD" clId="Web-{2207E719-4D95-4483-D044-944F11E0E1C3}" dt="2026-04-05T21:53:52.458" v="1162" actId="20577"/>
        <pc:sldMkLst>
          <pc:docMk/>
          <pc:sldMk cId="1135906104" sldId="261"/>
        </pc:sldMkLst>
        <pc:spChg chg="mod">
          <ac:chgData name="Jakub Olivík" userId="S::i22olivja@oakm.cz::9867367e-8b67-443b-990f-f135715ff326" providerId="AD" clId="Web-{2207E719-4D95-4483-D044-944F11E0E1C3}" dt="2026-04-05T21:53:41.677" v="1159"/>
          <ac:spMkLst>
            <pc:docMk/>
            <pc:sldMk cId="1135906104" sldId="261"/>
            <ac:spMk id="2" creationId="{37E9CC1B-7FAA-7E67-4093-04680D405306}"/>
          </ac:spMkLst>
        </pc:spChg>
        <pc:spChg chg="del">
          <ac:chgData name="Jakub Olivík" userId="S::i22olivja@oakm.cz::9867367e-8b67-443b-990f-f135715ff326" providerId="AD" clId="Web-{2207E719-4D95-4483-D044-944F11E0E1C3}" dt="2026-04-05T21:37:31.301" v="670"/>
          <ac:spMkLst>
            <pc:docMk/>
            <pc:sldMk cId="1135906104" sldId="261"/>
            <ac:spMk id="3" creationId="{6C8A1414-CCC2-44EF-80F5-293F6570D9D9}"/>
          </ac:spMkLst>
        </pc:spChg>
        <pc:spChg chg="add mod">
          <ac:chgData name="Jakub Olivík" userId="S::i22olivja@oakm.cz::9867367e-8b67-443b-990f-f135715ff326" providerId="AD" clId="Web-{2207E719-4D95-4483-D044-944F11E0E1C3}" dt="2026-04-05T21:53:52.458" v="1162" actId="20577"/>
          <ac:spMkLst>
            <pc:docMk/>
            <pc:sldMk cId="1135906104" sldId="261"/>
            <ac:spMk id="5" creationId="{9B3AA884-C822-E548-104A-6D0767D8CEAC}"/>
          </ac:spMkLst>
        </pc:spChg>
        <pc:spChg chg="add del">
          <ac:chgData name="Jakub Olivík" userId="S::i22olivja@oakm.cz::9867367e-8b67-443b-990f-f135715ff326" providerId="AD" clId="Web-{2207E719-4D95-4483-D044-944F11E0E1C3}" dt="2026-04-05T21:53:41.677" v="1159"/>
          <ac:spMkLst>
            <pc:docMk/>
            <pc:sldMk cId="1135906104" sldId="261"/>
            <ac:spMk id="12" creationId="{DEF92653-5D6D-47E6-8744-0DAF76E049C4}"/>
          </ac:spMkLst>
        </pc:spChg>
        <pc:spChg chg="add">
          <ac:chgData name="Jakub Olivík" userId="S::i22olivja@oakm.cz::9867367e-8b67-443b-990f-f135715ff326" providerId="AD" clId="Web-{2207E719-4D95-4483-D044-944F11E0E1C3}" dt="2026-04-05T21:53:41.677" v="1159"/>
          <ac:spMkLst>
            <pc:docMk/>
            <pc:sldMk cId="1135906104" sldId="261"/>
            <ac:spMk id="21" creationId="{E49D7415-2F11-44C2-B6AA-13A25B6814B9}"/>
          </ac:spMkLst>
        </pc:spChg>
        <pc:picChg chg="add del mod">
          <ac:chgData name="Jakub Olivík" userId="S::i22olivja@oakm.cz::9867367e-8b67-443b-990f-f135715ff326" providerId="AD" clId="Web-{2207E719-4D95-4483-D044-944F11E0E1C3}" dt="2026-04-05T21:38:12.754" v="685"/>
          <ac:picMkLst>
            <pc:docMk/>
            <pc:sldMk cId="1135906104" sldId="261"/>
            <ac:picMk id="4" creationId="{8F716685-A361-ED48-9637-2C25C502BC27}"/>
          </ac:picMkLst>
        </pc:picChg>
        <pc:picChg chg="add del mod">
          <ac:chgData name="Jakub Olivík" userId="S::i22olivja@oakm.cz::9867367e-8b67-443b-990f-f135715ff326" providerId="AD" clId="Web-{2207E719-4D95-4483-D044-944F11E0E1C3}" dt="2026-04-05T21:53:34.021" v="1155"/>
          <ac:picMkLst>
            <pc:docMk/>
            <pc:sldMk cId="1135906104" sldId="261"/>
            <ac:picMk id="6" creationId="{1F2C45B1-50AC-0270-6F7A-EBA446C12AB4}"/>
          </ac:picMkLst>
        </pc:picChg>
        <pc:picChg chg="add mod">
          <ac:chgData name="Jakub Olivík" userId="S::i22olivja@oakm.cz::9867367e-8b67-443b-990f-f135715ff326" providerId="AD" clId="Web-{2207E719-4D95-4483-D044-944F11E0E1C3}" dt="2026-04-05T21:53:41.677" v="1159"/>
          <ac:picMkLst>
            <pc:docMk/>
            <pc:sldMk cId="1135906104" sldId="261"/>
            <ac:picMk id="7" creationId="{523ABB06-A9C3-D696-1A9F-D56CDD84A655}"/>
          </ac:picMkLst>
        </pc:picChg>
        <pc:cxnChg chg="add del">
          <ac:chgData name="Jakub Olivík" userId="S::i22olivja@oakm.cz::9867367e-8b67-443b-990f-f135715ff326" providerId="AD" clId="Web-{2207E719-4D95-4483-D044-944F11E0E1C3}" dt="2026-04-05T21:53:41.677" v="1159"/>
          <ac:cxnSpMkLst>
            <pc:docMk/>
            <pc:sldMk cId="1135906104" sldId="261"/>
            <ac:cxnSpMk id="8" creationId="{F64F9B95-9045-48D2-B9F3-2927E98F54AA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3:41.677" v="1159"/>
          <ac:cxnSpMkLst>
            <pc:docMk/>
            <pc:sldMk cId="1135906104" sldId="261"/>
            <ac:cxnSpMk id="10" creationId="{085AA86F-6A4D-4BCB-A045-D992CDC2959B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3:41.677" v="1159"/>
          <ac:cxnSpMkLst>
            <pc:docMk/>
            <pc:sldMk cId="1135906104" sldId="261"/>
            <ac:cxnSpMk id="14" creationId="{9CA98CE3-81A7-4FFE-A047-9AA65998D877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3:41.677" v="1159"/>
          <ac:cxnSpMkLst>
            <pc:docMk/>
            <pc:sldMk cId="1135906104" sldId="261"/>
            <ac:cxnSpMk id="16" creationId="{18D91C2B-BDB9-49BE-9C44-E0CFE597ABFE}"/>
          </ac:cxnSpMkLst>
        </pc:cxnChg>
        <pc:cxnChg chg="add">
          <ac:chgData name="Jakub Olivík" userId="S::i22olivja@oakm.cz::9867367e-8b67-443b-990f-f135715ff326" providerId="AD" clId="Web-{2207E719-4D95-4483-D044-944F11E0E1C3}" dt="2026-04-05T21:53:41.677" v="1159"/>
          <ac:cxnSpMkLst>
            <pc:docMk/>
            <pc:sldMk cId="1135906104" sldId="261"/>
            <ac:cxnSpMk id="23" creationId="{F2B951FD-94F7-E138-3EC2-A66A551D9137}"/>
          </ac:cxnSpMkLst>
        </pc:cxnChg>
      </pc:sldChg>
      <pc:sldChg chg="addSp delSp modSp new mod setBg setClrOvrMap">
        <pc:chgData name="Jakub Olivík" userId="S::i22olivja@oakm.cz::9867367e-8b67-443b-990f-f135715ff326" providerId="AD" clId="Web-{2207E719-4D95-4483-D044-944F11E0E1C3}" dt="2026-04-05T21:54:35.615" v="1166" actId="20577"/>
        <pc:sldMkLst>
          <pc:docMk/>
          <pc:sldMk cId="644206170" sldId="262"/>
        </pc:sldMkLst>
        <pc:spChg chg="mod">
          <ac:chgData name="Jakub Olivík" userId="S::i22olivja@oakm.cz::9867367e-8b67-443b-990f-f135715ff326" providerId="AD" clId="Web-{2207E719-4D95-4483-D044-944F11E0E1C3}" dt="2026-04-05T21:54:27.552" v="1164"/>
          <ac:spMkLst>
            <pc:docMk/>
            <pc:sldMk cId="644206170" sldId="262"/>
            <ac:spMk id="2" creationId="{A32CD17F-61C1-941E-2036-07B03149B7EC}"/>
          </ac:spMkLst>
        </pc:spChg>
        <pc:spChg chg="del">
          <ac:chgData name="Jakub Olivík" userId="S::i22olivja@oakm.cz::9867367e-8b67-443b-990f-f135715ff326" providerId="AD" clId="Web-{2207E719-4D95-4483-D044-944F11E0E1C3}" dt="2026-04-05T21:42:40.694" v="910"/>
          <ac:spMkLst>
            <pc:docMk/>
            <pc:sldMk cId="644206170" sldId="262"/>
            <ac:spMk id="3" creationId="{137E460E-CC8E-367A-9CEB-80207B4D11A9}"/>
          </ac:spMkLst>
        </pc:spChg>
        <pc:spChg chg="add mod">
          <ac:chgData name="Jakub Olivík" userId="S::i22olivja@oakm.cz::9867367e-8b67-443b-990f-f135715ff326" providerId="AD" clId="Web-{2207E719-4D95-4483-D044-944F11E0E1C3}" dt="2026-04-05T21:54:35.615" v="1166" actId="20577"/>
          <ac:spMkLst>
            <pc:docMk/>
            <pc:sldMk cId="644206170" sldId="262"/>
            <ac:spMk id="4" creationId="{D2894226-4FD2-C4D2-EF72-5725C5D86ADC}"/>
          </ac:spMkLst>
        </pc:spChg>
        <pc:spChg chg="add del">
          <ac:chgData name="Jakub Olivík" userId="S::i22olivja@oakm.cz::9867367e-8b67-443b-990f-f135715ff326" providerId="AD" clId="Web-{2207E719-4D95-4483-D044-944F11E0E1C3}" dt="2026-04-05T21:54:27.552" v="1164"/>
          <ac:spMkLst>
            <pc:docMk/>
            <pc:sldMk cId="644206170" sldId="262"/>
            <ac:spMk id="12" creationId="{DEF92653-5D6D-47E6-8744-0DAF76E049C4}"/>
          </ac:spMkLst>
        </pc:spChg>
        <pc:spChg chg="add">
          <ac:chgData name="Jakub Olivík" userId="S::i22olivja@oakm.cz::9867367e-8b67-443b-990f-f135715ff326" providerId="AD" clId="Web-{2207E719-4D95-4483-D044-944F11E0E1C3}" dt="2026-04-05T21:54:27.552" v="1164"/>
          <ac:spMkLst>
            <pc:docMk/>
            <pc:sldMk cId="644206170" sldId="262"/>
            <ac:spMk id="21" creationId="{E49D7415-2F11-44C2-B6AA-13A25B6814B9}"/>
          </ac:spMkLst>
        </pc:spChg>
        <pc:picChg chg="add mod">
          <ac:chgData name="Jakub Olivík" userId="S::i22olivja@oakm.cz::9867367e-8b67-443b-990f-f135715ff326" providerId="AD" clId="Web-{2207E719-4D95-4483-D044-944F11E0E1C3}" dt="2026-04-05T21:54:27.552" v="1164"/>
          <ac:picMkLst>
            <pc:docMk/>
            <pc:sldMk cId="644206170" sldId="262"/>
            <ac:picMk id="5" creationId="{7B7FCC3B-47C3-2805-7822-BEF8C0A9331E}"/>
          </ac:picMkLst>
        </pc:picChg>
        <pc:cxnChg chg="add del">
          <ac:chgData name="Jakub Olivík" userId="S::i22olivja@oakm.cz::9867367e-8b67-443b-990f-f135715ff326" providerId="AD" clId="Web-{2207E719-4D95-4483-D044-944F11E0E1C3}" dt="2026-04-05T21:54:27.552" v="1164"/>
          <ac:cxnSpMkLst>
            <pc:docMk/>
            <pc:sldMk cId="644206170" sldId="262"/>
            <ac:cxnSpMk id="8" creationId="{F64F9B95-9045-48D2-B9F3-2927E98F54AA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4:27.552" v="1164"/>
          <ac:cxnSpMkLst>
            <pc:docMk/>
            <pc:sldMk cId="644206170" sldId="262"/>
            <ac:cxnSpMk id="10" creationId="{085AA86F-6A4D-4BCB-A045-D992CDC2959B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4:27.552" v="1164"/>
          <ac:cxnSpMkLst>
            <pc:docMk/>
            <pc:sldMk cId="644206170" sldId="262"/>
            <ac:cxnSpMk id="14" creationId="{9CA98CE3-81A7-4FFE-A047-9AA65998D877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4:27.552" v="1164"/>
          <ac:cxnSpMkLst>
            <pc:docMk/>
            <pc:sldMk cId="644206170" sldId="262"/>
            <ac:cxnSpMk id="16" creationId="{18D91C2B-BDB9-49BE-9C44-E0CFE597ABFE}"/>
          </ac:cxnSpMkLst>
        </pc:cxnChg>
        <pc:cxnChg chg="add">
          <ac:chgData name="Jakub Olivík" userId="S::i22olivja@oakm.cz::9867367e-8b67-443b-990f-f135715ff326" providerId="AD" clId="Web-{2207E719-4D95-4483-D044-944F11E0E1C3}" dt="2026-04-05T21:54:27.552" v="1164"/>
          <ac:cxnSpMkLst>
            <pc:docMk/>
            <pc:sldMk cId="644206170" sldId="262"/>
            <ac:cxnSpMk id="23" creationId="{D2E57F3D-33BE-4306-87E6-245763719516}"/>
          </ac:cxnSpMkLst>
        </pc:cxnChg>
      </pc:sldChg>
      <pc:sldChg chg="addSp delSp modSp new mod setBg setClrOvrMap">
        <pc:chgData name="Jakub Olivík" userId="S::i22olivja@oakm.cz::9867367e-8b67-443b-990f-f135715ff326" providerId="AD" clId="Web-{2207E719-4D95-4483-D044-944F11E0E1C3}" dt="2026-04-05T21:56:17.416" v="1181" actId="14100"/>
        <pc:sldMkLst>
          <pc:docMk/>
          <pc:sldMk cId="2150242899" sldId="263"/>
        </pc:sldMkLst>
        <pc:spChg chg="mod">
          <ac:chgData name="Jakub Olivík" userId="S::i22olivja@oakm.cz::9867367e-8b67-443b-990f-f135715ff326" providerId="AD" clId="Web-{2207E719-4D95-4483-D044-944F11E0E1C3}" dt="2026-04-05T21:56:06.822" v="1178"/>
          <ac:spMkLst>
            <pc:docMk/>
            <pc:sldMk cId="2150242899" sldId="263"/>
            <ac:spMk id="2" creationId="{167BEE01-F271-5E3B-3665-2A3AA2EFAF5B}"/>
          </ac:spMkLst>
        </pc:spChg>
        <pc:spChg chg="del">
          <ac:chgData name="Jakub Olivík" userId="S::i22olivja@oakm.cz::9867367e-8b67-443b-990f-f135715ff326" providerId="AD" clId="Web-{2207E719-4D95-4483-D044-944F11E0E1C3}" dt="2026-04-05T21:45:29.869" v="1038"/>
          <ac:spMkLst>
            <pc:docMk/>
            <pc:sldMk cId="2150242899" sldId="263"/>
            <ac:spMk id="3" creationId="{4C9BDD6E-4904-2407-056E-C8D737F9AB7B}"/>
          </ac:spMkLst>
        </pc:spChg>
        <pc:spChg chg="add del">
          <ac:chgData name="Jakub Olivík" userId="S::i22olivja@oakm.cz::9867367e-8b67-443b-990f-f135715ff326" providerId="AD" clId="Web-{2207E719-4D95-4483-D044-944F11E0E1C3}" dt="2026-04-05T21:56:06.822" v="1178"/>
          <ac:spMkLst>
            <pc:docMk/>
            <pc:sldMk cId="2150242899" sldId="263"/>
            <ac:spMk id="12" creationId="{DEF92653-5D6D-47E6-8744-0DAF76E049C4}"/>
          </ac:spMkLst>
        </pc:spChg>
        <pc:spChg chg="add del">
          <ac:chgData name="Jakub Olivík" userId="S::i22olivja@oakm.cz::9867367e-8b67-443b-990f-f135715ff326" providerId="AD" clId="Web-{2207E719-4D95-4483-D044-944F11E0E1C3}" dt="2026-04-05T21:56:06.806" v="1177"/>
          <ac:spMkLst>
            <pc:docMk/>
            <pc:sldMk cId="2150242899" sldId="263"/>
            <ac:spMk id="25" creationId="{76B77363-E0A5-4701-9ED0-E9BB2C6B4D63}"/>
          </ac:spMkLst>
        </pc:spChg>
        <pc:spChg chg="add">
          <ac:chgData name="Jakub Olivík" userId="S::i22olivja@oakm.cz::9867367e-8b67-443b-990f-f135715ff326" providerId="AD" clId="Web-{2207E719-4D95-4483-D044-944F11E0E1C3}" dt="2026-04-05T21:56:06.822" v="1178"/>
          <ac:spMkLst>
            <pc:docMk/>
            <pc:sldMk cId="2150242899" sldId="263"/>
            <ac:spMk id="32" creationId="{341BFA31-6544-45C2-9DA0-9E1C5E0B1959}"/>
          </ac:spMkLst>
        </pc:spChg>
        <pc:picChg chg="add mod ord">
          <ac:chgData name="Jakub Olivík" userId="S::i22olivja@oakm.cz::9867367e-8b67-443b-990f-f135715ff326" providerId="AD" clId="Web-{2207E719-4D95-4483-D044-944F11E0E1C3}" dt="2026-04-05T21:56:11.462" v="1179" actId="14100"/>
          <ac:picMkLst>
            <pc:docMk/>
            <pc:sldMk cId="2150242899" sldId="263"/>
            <ac:picMk id="4" creationId="{7B638242-14F1-69F5-1070-9CDDADEA511F}"/>
          </ac:picMkLst>
        </pc:picChg>
        <pc:picChg chg="add mod">
          <ac:chgData name="Jakub Olivík" userId="S::i22olivja@oakm.cz::9867367e-8b67-443b-990f-f135715ff326" providerId="AD" clId="Web-{2207E719-4D95-4483-D044-944F11E0E1C3}" dt="2026-04-05T21:56:17.416" v="1181" actId="14100"/>
          <ac:picMkLst>
            <pc:docMk/>
            <pc:sldMk cId="2150242899" sldId="263"/>
            <ac:picMk id="5" creationId="{6FB18335-DD63-4E6F-E46F-9B6BE72714DF}"/>
          </ac:picMkLst>
        </pc:picChg>
        <pc:cxnChg chg="add del">
          <ac:chgData name="Jakub Olivík" userId="S::i22olivja@oakm.cz::9867367e-8b67-443b-990f-f135715ff326" providerId="AD" clId="Web-{2207E719-4D95-4483-D044-944F11E0E1C3}" dt="2026-04-05T21:56:06.822" v="1178"/>
          <ac:cxnSpMkLst>
            <pc:docMk/>
            <pc:sldMk cId="2150242899" sldId="263"/>
            <ac:cxnSpMk id="8" creationId="{F64F9B95-9045-48D2-B9F3-2927E98F54AA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6:06.822" v="1178"/>
          <ac:cxnSpMkLst>
            <pc:docMk/>
            <pc:sldMk cId="2150242899" sldId="263"/>
            <ac:cxnSpMk id="10" creationId="{085AA86F-6A4D-4BCB-A045-D992CDC2959B}"/>
          </ac:cxnSpMkLst>
        </pc:cxnChg>
        <pc:cxnChg chg="add">
          <ac:chgData name="Jakub Olivík" userId="S::i22olivja@oakm.cz::9867367e-8b67-443b-990f-f135715ff326" providerId="AD" clId="Web-{2207E719-4D95-4483-D044-944F11E0E1C3}" dt="2026-04-05T21:45:29.869" v="1038"/>
          <ac:cxnSpMkLst>
            <pc:docMk/>
            <pc:sldMk cId="2150242899" sldId="263"/>
            <ac:cxnSpMk id="14" creationId="{9CA98CE3-81A7-4FFE-A047-9AA65998D877}"/>
          </ac:cxnSpMkLst>
        </pc:cxnChg>
        <pc:cxnChg chg="add">
          <ac:chgData name="Jakub Olivík" userId="S::i22olivja@oakm.cz::9867367e-8b67-443b-990f-f135715ff326" providerId="AD" clId="Web-{2207E719-4D95-4483-D044-944F11E0E1C3}" dt="2026-04-05T21:45:29.869" v="1038"/>
          <ac:cxnSpMkLst>
            <pc:docMk/>
            <pc:sldMk cId="2150242899" sldId="263"/>
            <ac:cxnSpMk id="16" creationId="{18D91C2B-BDB9-49BE-9C44-E0CFE597ABFE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6:06.806" v="1177"/>
          <ac:cxnSpMkLst>
            <pc:docMk/>
            <pc:sldMk cId="2150242899" sldId="263"/>
            <ac:cxnSpMk id="21" creationId="{F64F9B95-9045-48D2-B9F3-2927E98F54AA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6:06.806" v="1177"/>
          <ac:cxnSpMkLst>
            <pc:docMk/>
            <pc:sldMk cId="2150242899" sldId="263"/>
            <ac:cxnSpMk id="23" creationId="{085AA86F-6A4D-4BCB-A045-D992CDC2959B}"/>
          </ac:cxnSpMkLst>
        </pc:cxnChg>
        <pc:cxnChg chg="add del">
          <ac:chgData name="Jakub Olivík" userId="S::i22olivja@oakm.cz::9867367e-8b67-443b-990f-f135715ff326" providerId="AD" clId="Web-{2207E719-4D95-4483-D044-944F11E0E1C3}" dt="2026-04-05T21:56:06.806" v="1177"/>
          <ac:cxnSpMkLst>
            <pc:docMk/>
            <pc:sldMk cId="2150242899" sldId="263"/>
            <ac:cxnSpMk id="27" creationId="{F295AAA2-1E11-4525-B5C7-135F670315DF}"/>
          </ac:cxnSpMkLst>
        </pc:cxnChg>
        <pc:cxnChg chg="add">
          <ac:chgData name="Jakub Olivík" userId="S::i22olivja@oakm.cz::9867367e-8b67-443b-990f-f135715ff326" providerId="AD" clId="Web-{2207E719-4D95-4483-D044-944F11E0E1C3}" dt="2026-04-05T21:56:06.822" v="1178"/>
          <ac:cxnSpMkLst>
            <pc:docMk/>
            <pc:sldMk cId="2150242899" sldId="263"/>
            <ac:cxnSpMk id="29" creationId="{44B21692-652C-4371-95C5-05248EF342FA}"/>
          </ac:cxnSpMkLst>
        </pc:cxnChg>
        <pc:cxnChg chg="add">
          <ac:chgData name="Jakub Olivík" userId="S::i22olivja@oakm.cz::9867367e-8b67-443b-990f-f135715ff326" providerId="AD" clId="Web-{2207E719-4D95-4483-D044-944F11E0E1C3}" dt="2026-04-05T21:56:06.822" v="1178"/>
          <ac:cxnSpMkLst>
            <pc:docMk/>
            <pc:sldMk cId="2150242899" sldId="263"/>
            <ac:cxnSpMk id="30" creationId="{F64F9B95-9045-48D2-B9F3-2927E98F54AA}"/>
          </ac:cxnSpMkLst>
        </pc:cxnChg>
        <pc:cxnChg chg="add">
          <ac:chgData name="Jakub Olivík" userId="S::i22olivja@oakm.cz::9867367e-8b67-443b-990f-f135715ff326" providerId="AD" clId="Web-{2207E719-4D95-4483-D044-944F11E0E1C3}" dt="2026-04-05T21:56:06.822" v="1178"/>
          <ac:cxnSpMkLst>
            <pc:docMk/>
            <pc:sldMk cId="2150242899" sldId="263"/>
            <ac:cxnSpMk id="31" creationId="{085AA86F-6A4D-4BCB-A045-D992CDC2959B}"/>
          </ac:cxnSpMkLst>
        </pc:cxnChg>
      </pc:sldChg>
      <pc:sldChg chg="addSp modSp new mod setBg">
        <pc:chgData name="Jakub Olivík" userId="S::i22olivja@oakm.cz::9867367e-8b67-443b-990f-f135715ff326" providerId="AD" clId="Web-{2207E719-4D95-4483-D044-944F11E0E1C3}" dt="2026-04-05T22:00:38.323" v="1311"/>
        <pc:sldMkLst>
          <pc:docMk/>
          <pc:sldMk cId="1724776444" sldId="264"/>
        </pc:sldMkLst>
        <pc:spChg chg="mod">
          <ac:chgData name="Jakub Olivík" userId="S::i22olivja@oakm.cz::9867367e-8b67-443b-990f-f135715ff326" providerId="AD" clId="Web-{2207E719-4D95-4483-D044-944F11E0E1C3}" dt="2026-04-05T22:00:38.323" v="1311"/>
          <ac:spMkLst>
            <pc:docMk/>
            <pc:sldMk cId="1724776444" sldId="264"/>
            <ac:spMk id="2" creationId="{BEE46B79-1897-9253-31F0-5A1673049B17}"/>
          </ac:spMkLst>
        </pc:spChg>
        <pc:spChg chg="mod">
          <ac:chgData name="Jakub Olivík" userId="S::i22olivja@oakm.cz::9867367e-8b67-443b-990f-f135715ff326" providerId="AD" clId="Web-{2207E719-4D95-4483-D044-944F11E0E1C3}" dt="2026-04-05T22:00:38.323" v="1311"/>
          <ac:spMkLst>
            <pc:docMk/>
            <pc:sldMk cId="1724776444" sldId="264"/>
            <ac:spMk id="3" creationId="{F5FDFDA9-0879-AD86-53C8-94E626986AF4}"/>
          </ac:spMkLst>
        </pc:spChg>
        <pc:spChg chg="add">
          <ac:chgData name="Jakub Olivík" userId="S::i22olivja@oakm.cz::9867367e-8b67-443b-990f-f135715ff326" providerId="AD" clId="Web-{2207E719-4D95-4483-D044-944F11E0E1C3}" dt="2026-04-05T22:00:38.323" v="1311"/>
          <ac:spMkLst>
            <pc:docMk/>
            <pc:sldMk cId="1724776444" sldId="264"/>
            <ac:spMk id="9" creationId="{E49D7415-2F11-44C2-B6AA-13A25B6814B9}"/>
          </ac:spMkLst>
        </pc:spChg>
        <pc:picChg chg="add mod">
          <ac:chgData name="Jakub Olivík" userId="S::i22olivja@oakm.cz::9867367e-8b67-443b-990f-f135715ff326" providerId="AD" clId="Web-{2207E719-4D95-4483-D044-944F11E0E1C3}" dt="2026-04-05T22:00:38.323" v="1311"/>
          <ac:picMkLst>
            <pc:docMk/>
            <pc:sldMk cId="1724776444" sldId="264"/>
            <ac:picMk id="4" creationId="{F6A79732-978E-4375-96E5-9643D5B144F2}"/>
          </ac:picMkLst>
        </pc:picChg>
        <pc:cxnChg chg="add">
          <ac:chgData name="Jakub Olivík" userId="S::i22olivja@oakm.cz::9867367e-8b67-443b-990f-f135715ff326" providerId="AD" clId="Web-{2207E719-4D95-4483-D044-944F11E0E1C3}" dt="2026-04-05T22:00:38.323" v="1311"/>
          <ac:cxnSpMkLst>
            <pc:docMk/>
            <pc:sldMk cId="1724776444" sldId="264"/>
            <ac:cxnSpMk id="11" creationId="{D2E57F3D-33BE-4306-87E6-245763719516}"/>
          </ac:cxnSpMkLst>
        </pc:cxnChg>
      </pc:sldChg>
      <pc:sldChg chg="addSp delSp modSp new mod setBg">
        <pc:chgData name="Jakub Olivík" userId="S::i22olivja@oakm.cz::9867367e-8b67-443b-990f-f135715ff326" providerId="AD" clId="Web-{2207E719-4D95-4483-D044-944F11E0E1C3}" dt="2026-04-05T22:01:13.731" v="1321"/>
        <pc:sldMkLst>
          <pc:docMk/>
          <pc:sldMk cId="211963490" sldId="265"/>
        </pc:sldMkLst>
        <pc:spChg chg="mod">
          <ac:chgData name="Jakub Olivík" userId="S::i22olivja@oakm.cz::9867367e-8b67-443b-990f-f135715ff326" providerId="AD" clId="Web-{2207E719-4D95-4483-D044-944F11E0E1C3}" dt="2026-04-05T22:01:13.731" v="1321"/>
          <ac:spMkLst>
            <pc:docMk/>
            <pc:sldMk cId="211963490" sldId="265"/>
            <ac:spMk id="2" creationId="{2CB99000-7F70-6363-F1E1-D2A74043BB2A}"/>
          </ac:spMkLst>
        </pc:spChg>
        <pc:spChg chg="del">
          <ac:chgData name="Jakub Olivík" userId="S::i22olivja@oakm.cz::9867367e-8b67-443b-990f-f135715ff326" providerId="AD" clId="Web-{2207E719-4D95-4483-D044-944F11E0E1C3}" dt="2026-04-05T22:01:13.731" v="1321"/>
          <ac:spMkLst>
            <pc:docMk/>
            <pc:sldMk cId="211963490" sldId="265"/>
            <ac:spMk id="3" creationId="{BF121266-4A6B-B866-8071-6667287CDEA8}"/>
          </ac:spMkLst>
        </pc:spChg>
        <pc:spChg chg="add">
          <ac:chgData name="Jakub Olivík" userId="S::i22olivja@oakm.cz::9867367e-8b67-443b-990f-f135715ff326" providerId="AD" clId="Web-{2207E719-4D95-4483-D044-944F11E0E1C3}" dt="2026-04-05T22:01:13.731" v="1321"/>
          <ac:spMkLst>
            <pc:docMk/>
            <pc:sldMk cId="211963490" sldId="265"/>
            <ac:spMk id="12" creationId="{D1A8C4F8-261C-7C98-9585-431358419FF7}"/>
          </ac:spMkLst>
        </pc:spChg>
        <pc:cxnChg chg="add">
          <ac:chgData name="Jakub Olivík" userId="S::i22olivja@oakm.cz::9867367e-8b67-443b-990f-f135715ff326" providerId="AD" clId="Web-{2207E719-4D95-4483-D044-944F11E0E1C3}" dt="2026-04-05T22:01:13.731" v="1321"/>
          <ac:cxnSpMkLst>
            <pc:docMk/>
            <pc:sldMk cId="211963490" sldId="265"/>
            <ac:cxnSpMk id="8" creationId="{F64F9B95-9045-48D2-B9F3-2927E98F54AA}"/>
          </ac:cxnSpMkLst>
        </pc:cxnChg>
        <pc:cxnChg chg="add">
          <ac:chgData name="Jakub Olivík" userId="S::i22olivja@oakm.cz::9867367e-8b67-443b-990f-f135715ff326" providerId="AD" clId="Web-{2207E719-4D95-4483-D044-944F11E0E1C3}" dt="2026-04-05T22:01:13.731" v="1321"/>
          <ac:cxnSpMkLst>
            <pc:docMk/>
            <pc:sldMk cId="211963490" sldId="265"/>
            <ac:cxnSpMk id="10" creationId="{085AA86F-6A4D-4BCB-A045-D992CDC2959B}"/>
          </ac:cxnSpMkLst>
        </pc:cxnChg>
        <pc:cxnChg chg="add">
          <ac:chgData name="Jakub Olivík" userId="S::i22olivja@oakm.cz::9867367e-8b67-443b-990f-f135715ff326" providerId="AD" clId="Web-{2207E719-4D95-4483-D044-944F11E0E1C3}" dt="2026-04-05T22:01:13.731" v="1321"/>
          <ac:cxnSpMkLst>
            <pc:docMk/>
            <pc:sldMk cId="211963490" sldId="265"/>
            <ac:cxnSpMk id="14" creationId="{91AFE2CA-5B3A-141B-BA1D-064BC79E6B90}"/>
          </ac:cxnSpMkLst>
        </pc:cxnChg>
      </pc:sldChg>
      <pc:sldChg chg="modSp new del">
        <pc:chgData name="Jakub Olivík" userId="S::i22olivja@oakm.cz::9867367e-8b67-443b-990f-f135715ff326" providerId="AD" clId="Web-{2207E719-4D95-4483-D044-944F11E0E1C3}" dt="2026-04-05T22:00:57.324" v="1319"/>
        <pc:sldMkLst>
          <pc:docMk/>
          <pc:sldMk cId="3623110117" sldId="265"/>
        </pc:sldMkLst>
        <pc:spChg chg="mod">
          <ac:chgData name="Jakub Olivík" userId="S::i22olivja@oakm.cz::9867367e-8b67-443b-990f-f135715ff326" providerId="AD" clId="Web-{2207E719-4D95-4483-D044-944F11E0E1C3}" dt="2026-04-05T22:00:51.949" v="1318" actId="20577"/>
          <ac:spMkLst>
            <pc:docMk/>
            <pc:sldMk cId="3623110117" sldId="265"/>
            <ac:spMk id="2" creationId="{C30BAF0D-E21B-0DD4-D987-45F285D5D479}"/>
          </ac:spMkLst>
        </pc:spChg>
      </pc:sldChg>
      <pc:sldMasterChg chg="del delSldLayout">
        <pc:chgData name="Jakub Olivík" userId="S::i22olivja@oakm.cz::9867367e-8b67-443b-990f-f135715ff326" providerId="AD" clId="Web-{2207E719-4D95-4483-D044-944F11E0E1C3}" dt="2026-04-05T21:12:55.799" v="0"/>
        <pc:sldMasterMkLst>
          <pc:docMk/>
          <pc:sldMasterMk cId="2460954070" sldId="2147483660"/>
        </pc:sldMasterMkLst>
        <pc:sldLayoutChg chg="del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Jakub Olivík" userId="S::i22olivja@oakm.cz::9867367e-8b67-443b-990f-f135715ff326" providerId="AD" clId="Web-{2207E719-4D95-4483-D044-944F11E0E1C3}" dt="2026-04-05T21:12:55.799" v="0"/>
        <pc:sldMasterMkLst>
          <pc:docMk/>
          <pc:sldMasterMk cId="3204951656" sldId="2147483695"/>
        </pc:sldMasterMkLst>
        <pc:sldLayoutChg chg="add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3204951656" sldId="2147483695"/>
            <pc:sldLayoutMk cId="3078602801" sldId="2147483684"/>
          </pc:sldLayoutMkLst>
        </pc:sldLayoutChg>
        <pc:sldLayoutChg chg="add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3204951656" sldId="2147483695"/>
            <pc:sldLayoutMk cId="2491237320" sldId="2147483685"/>
          </pc:sldLayoutMkLst>
        </pc:sldLayoutChg>
        <pc:sldLayoutChg chg="add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3204951656" sldId="2147483695"/>
            <pc:sldLayoutMk cId="2415152992" sldId="2147483686"/>
          </pc:sldLayoutMkLst>
        </pc:sldLayoutChg>
        <pc:sldLayoutChg chg="add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3204951656" sldId="2147483695"/>
            <pc:sldLayoutMk cId="4050005562" sldId="2147483687"/>
          </pc:sldLayoutMkLst>
        </pc:sldLayoutChg>
        <pc:sldLayoutChg chg="add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3204951656" sldId="2147483695"/>
            <pc:sldLayoutMk cId="1669061017" sldId="2147483688"/>
          </pc:sldLayoutMkLst>
        </pc:sldLayoutChg>
        <pc:sldLayoutChg chg="add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3204951656" sldId="2147483695"/>
            <pc:sldLayoutMk cId="1813455356" sldId="2147483689"/>
          </pc:sldLayoutMkLst>
        </pc:sldLayoutChg>
        <pc:sldLayoutChg chg="add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3204951656" sldId="2147483695"/>
            <pc:sldLayoutMk cId="2507836995" sldId="2147483690"/>
          </pc:sldLayoutMkLst>
        </pc:sldLayoutChg>
        <pc:sldLayoutChg chg="add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3204951656" sldId="2147483695"/>
            <pc:sldLayoutMk cId="1075488004" sldId="2147483691"/>
          </pc:sldLayoutMkLst>
        </pc:sldLayoutChg>
        <pc:sldLayoutChg chg="add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3204951656" sldId="2147483695"/>
            <pc:sldLayoutMk cId="3719292221" sldId="2147483692"/>
          </pc:sldLayoutMkLst>
        </pc:sldLayoutChg>
        <pc:sldLayoutChg chg="add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3204951656" sldId="2147483695"/>
            <pc:sldLayoutMk cId="877389068" sldId="2147483693"/>
          </pc:sldLayoutMkLst>
        </pc:sldLayoutChg>
        <pc:sldLayoutChg chg="add">
          <pc:chgData name="Jakub Olivík" userId="S::i22olivja@oakm.cz::9867367e-8b67-443b-990f-f135715ff326" providerId="AD" clId="Web-{2207E719-4D95-4483-D044-944F11E0E1C3}" dt="2026-04-05T21:12:55.799" v="0"/>
          <pc:sldLayoutMkLst>
            <pc:docMk/>
            <pc:sldMasterMk cId="3204951656" sldId="2147483695"/>
            <pc:sldLayoutMk cId="537180544" sldId="2147483694"/>
          </pc:sldLayoutMkLst>
        </pc:sldLayoutChg>
      </pc:sldMasterChg>
    </pc:docChg>
  </pc:docChgLst>
  <pc:docChgLst>
    <pc:chgData name="Jakub Olivík" userId="S::i22olivja@oakm.cz::9867367e-8b67-443b-990f-f135715ff326" providerId="AD" clId="Web-{CFC194C1-7113-4873-7CD0-FA2E84967DC9}"/>
    <pc:docChg chg="addSld delSld modSld sldOrd">
      <pc:chgData name="Jakub Olivík" userId="S::i22olivja@oakm.cz::9867367e-8b67-443b-990f-f135715ff326" providerId="AD" clId="Web-{CFC194C1-7113-4873-7CD0-FA2E84967DC9}" dt="2026-04-05T22:05:43.032" v="53"/>
      <pc:docMkLst>
        <pc:docMk/>
      </pc:docMkLst>
      <pc:sldChg chg="addSp delSp modSp">
        <pc:chgData name="Jakub Olivík" userId="S::i22olivja@oakm.cz::9867367e-8b67-443b-990f-f135715ff326" providerId="AD" clId="Web-{CFC194C1-7113-4873-7CD0-FA2E84967DC9}" dt="2026-04-05T22:05:43.032" v="53"/>
        <pc:sldMkLst>
          <pc:docMk/>
          <pc:sldMk cId="109857222" sldId="256"/>
        </pc:sldMkLst>
        <pc:spChg chg="mod">
          <ac:chgData name="Jakub Olivík" userId="S::i22olivja@oakm.cz::9867367e-8b67-443b-990f-f135715ff326" providerId="AD" clId="Web-{CFC194C1-7113-4873-7CD0-FA2E84967DC9}" dt="2026-04-05T22:05:43.032" v="53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akub Olivík" userId="S::i22olivja@oakm.cz::9867367e-8b67-443b-990f-f135715ff326" providerId="AD" clId="Web-{CFC194C1-7113-4873-7CD0-FA2E84967DC9}" dt="2026-04-05T22:05:43.032" v="53"/>
          <ac:spMkLst>
            <pc:docMk/>
            <pc:sldMk cId="109857222" sldId="256"/>
            <ac:spMk id="3" creationId="{00000000-0000-0000-0000-000000000000}"/>
          </ac:spMkLst>
        </pc:spChg>
        <pc:spChg chg="del">
          <ac:chgData name="Jakub Olivík" userId="S::i22olivja@oakm.cz::9867367e-8b67-443b-990f-f135715ff326" providerId="AD" clId="Web-{CFC194C1-7113-4873-7CD0-FA2E84967DC9}" dt="2026-04-05T22:05:43.032" v="53"/>
          <ac:spMkLst>
            <pc:docMk/>
            <pc:sldMk cId="109857222" sldId="256"/>
            <ac:spMk id="17" creationId="{D1A8C4F8-261C-7C98-9585-431358419FF7}"/>
          </ac:spMkLst>
        </pc:spChg>
        <pc:spChg chg="add">
          <ac:chgData name="Jakub Olivík" userId="S::i22olivja@oakm.cz::9867367e-8b67-443b-990f-f135715ff326" providerId="AD" clId="Web-{CFC194C1-7113-4873-7CD0-FA2E84967DC9}" dt="2026-04-05T22:05:43.032" v="53"/>
          <ac:spMkLst>
            <pc:docMk/>
            <pc:sldMk cId="109857222" sldId="256"/>
            <ac:spMk id="24" creationId="{DEF92653-5D6D-47E6-8744-0DAF76E049C4}"/>
          </ac:spMkLst>
        </pc:spChg>
        <pc:cxnChg chg="del">
          <ac:chgData name="Jakub Olivík" userId="S::i22olivja@oakm.cz::9867367e-8b67-443b-990f-f135715ff326" providerId="AD" clId="Web-{CFC194C1-7113-4873-7CD0-FA2E84967DC9}" dt="2026-04-05T22:05:43.032" v="53"/>
          <ac:cxnSpMkLst>
            <pc:docMk/>
            <pc:sldMk cId="109857222" sldId="256"/>
            <ac:cxnSpMk id="19" creationId="{91AFE2CA-5B3A-141B-BA1D-064BC79E6B90}"/>
          </ac:cxnSpMkLst>
        </pc:cxnChg>
        <pc:cxnChg chg="add">
          <ac:chgData name="Jakub Olivík" userId="S::i22olivja@oakm.cz::9867367e-8b67-443b-990f-f135715ff326" providerId="AD" clId="Web-{CFC194C1-7113-4873-7CD0-FA2E84967DC9}" dt="2026-04-05T22:05:43.032" v="53"/>
          <ac:cxnSpMkLst>
            <pc:docMk/>
            <pc:sldMk cId="109857222" sldId="256"/>
            <ac:cxnSpMk id="26" creationId="{9CA98CE3-81A7-4FFE-A047-9AA65998D877}"/>
          </ac:cxnSpMkLst>
        </pc:cxnChg>
      </pc:sldChg>
      <pc:sldChg chg="del">
        <pc:chgData name="Jakub Olivík" userId="S::i22olivja@oakm.cz::9867367e-8b67-443b-990f-f135715ff326" providerId="AD" clId="Web-{CFC194C1-7113-4873-7CD0-FA2E84967DC9}" dt="2026-04-05T22:04:07.531" v="0"/>
        <pc:sldMkLst>
          <pc:docMk/>
          <pc:sldMk cId="211963490" sldId="265"/>
        </pc:sldMkLst>
      </pc:sldChg>
      <pc:sldChg chg="addSp delSp modSp add ord replId">
        <pc:chgData name="Jakub Olivík" userId="S::i22olivja@oakm.cz::9867367e-8b67-443b-990f-f135715ff326" providerId="AD" clId="Web-{CFC194C1-7113-4873-7CD0-FA2E84967DC9}" dt="2026-04-05T22:05:36.485" v="52"/>
        <pc:sldMkLst>
          <pc:docMk/>
          <pc:sldMk cId="549494962" sldId="265"/>
        </pc:sldMkLst>
        <pc:spChg chg="mod">
          <ac:chgData name="Jakub Olivík" userId="S::i22olivja@oakm.cz::9867367e-8b67-443b-990f-f135715ff326" providerId="AD" clId="Web-{CFC194C1-7113-4873-7CD0-FA2E84967DC9}" dt="2026-04-05T22:05:36.485" v="52"/>
          <ac:spMkLst>
            <pc:docMk/>
            <pc:sldMk cId="549494962" sldId="265"/>
            <ac:spMk id="2" creationId="{71500B84-08FB-FA4C-0748-8618D6441D4E}"/>
          </ac:spMkLst>
        </pc:spChg>
        <pc:spChg chg="mod">
          <ac:chgData name="Jakub Olivík" userId="S::i22olivja@oakm.cz::9867367e-8b67-443b-990f-f135715ff326" providerId="AD" clId="Web-{CFC194C1-7113-4873-7CD0-FA2E84967DC9}" dt="2026-04-05T22:05:36.485" v="52"/>
          <ac:spMkLst>
            <pc:docMk/>
            <pc:sldMk cId="549494962" sldId="265"/>
            <ac:spMk id="3" creationId="{B24AD2A4-C67D-B524-2EC5-D5DE833485A0}"/>
          </ac:spMkLst>
        </pc:spChg>
        <pc:spChg chg="del">
          <ac:chgData name="Jakub Olivík" userId="S::i22olivja@oakm.cz::9867367e-8b67-443b-990f-f135715ff326" providerId="AD" clId="Web-{CFC194C1-7113-4873-7CD0-FA2E84967DC9}" dt="2026-04-05T22:05:36.485" v="52"/>
          <ac:spMkLst>
            <pc:docMk/>
            <pc:sldMk cId="549494962" sldId="265"/>
            <ac:spMk id="17" creationId="{7625690D-B608-3C8C-0A23-B36A2F724BEC}"/>
          </ac:spMkLst>
        </pc:spChg>
        <pc:spChg chg="add">
          <ac:chgData name="Jakub Olivík" userId="S::i22olivja@oakm.cz::9867367e-8b67-443b-990f-f135715ff326" providerId="AD" clId="Web-{CFC194C1-7113-4873-7CD0-FA2E84967DC9}" dt="2026-04-05T22:05:36.485" v="52"/>
          <ac:spMkLst>
            <pc:docMk/>
            <pc:sldMk cId="549494962" sldId="265"/>
            <ac:spMk id="24" creationId="{DEF92653-5D6D-47E6-8744-0DAF76E049C4}"/>
          </ac:spMkLst>
        </pc:spChg>
        <pc:cxnChg chg="del">
          <ac:chgData name="Jakub Olivík" userId="S::i22olivja@oakm.cz::9867367e-8b67-443b-990f-f135715ff326" providerId="AD" clId="Web-{CFC194C1-7113-4873-7CD0-FA2E84967DC9}" dt="2026-04-05T22:05:36.485" v="52"/>
          <ac:cxnSpMkLst>
            <pc:docMk/>
            <pc:sldMk cId="549494962" sldId="265"/>
            <ac:cxnSpMk id="19" creationId="{5A17CCD3-EC16-3BED-F098-C5E2E3DCD767}"/>
          </ac:cxnSpMkLst>
        </pc:cxnChg>
        <pc:cxnChg chg="add">
          <ac:chgData name="Jakub Olivík" userId="S::i22olivja@oakm.cz::9867367e-8b67-443b-990f-f135715ff326" providerId="AD" clId="Web-{CFC194C1-7113-4873-7CD0-FA2E84967DC9}" dt="2026-04-05T22:05:36.485" v="52"/>
          <ac:cxnSpMkLst>
            <pc:docMk/>
            <pc:sldMk cId="549494962" sldId="265"/>
            <ac:cxnSpMk id="26" creationId="{9CA98CE3-81A7-4FFE-A047-9AA65998D877}"/>
          </ac:cxnSpMkLst>
        </pc:cxnChg>
      </pc:sldChg>
      <pc:sldChg chg="addSp delSp modSp new mod setBg">
        <pc:chgData name="Jakub Olivík" userId="S::i22olivja@oakm.cz::9867367e-8b67-443b-990f-f135715ff326" providerId="AD" clId="Web-{CFC194C1-7113-4873-7CD0-FA2E84967DC9}" dt="2026-04-05T22:05:26.501" v="51"/>
        <pc:sldMkLst>
          <pc:docMk/>
          <pc:sldMk cId="3274246072" sldId="266"/>
        </pc:sldMkLst>
        <pc:spChg chg="mod">
          <ac:chgData name="Jakub Olivík" userId="S::i22olivja@oakm.cz::9867367e-8b67-443b-990f-f135715ff326" providerId="AD" clId="Web-{CFC194C1-7113-4873-7CD0-FA2E84967DC9}" dt="2026-04-05T22:05:26.501" v="51"/>
          <ac:spMkLst>
            <pc:docMk/>
            <pc:sldMk cId="3274246072" sldId="266"/>
            <ac:spMk id="2" creationId="{AC06DCA6-4247-5F67-229C-70EF1BE31A2F}"/>
          </ac:spMkLst>
        </pc:spChg>
        <pc:spChg chg="del">
          <ac:chgData name="Jakub Olivík" userId="S::i22olivja@oakm.cz::9867367e-8b67-443b-990f-f135715ff326" providerId="AD" clId="Web-{CFC194C1-7113-4873-7CD0-FA2E84967DC9}" dt="2026-04-05T22:05:18.641" v="48"/>
          <ac:spMkLst>
            <pc:docMk/>
            <pc:sldMk cId="3274246072" sldId="266"/>
            <ac:spMk id="3" creationId="{8A6BF83A-CDCE-16FF-9AD6-7D4603DEBFAB}"/>
          </ac:spMkLst>
        </pc:spChg>
        <pc:spChg chg="add del">
          <ac:chgData name="Jakub Olivík" userId="S::i22olivja@oakm.cz::9867367e-8b67-443b-990f-f135715ff326" providerId="AD" clId="Web-{CFC194C1-7113-4873-7CD0-FA2E84967DC9}" dt="2026-04-05T22:05:26.485" v="50"/>
          <ac:spMkLst>
            <pc:docMk/>
            <pc:sldMk cId="3274246072" sldId="266"/>
            <ac:spMk id="8" creationId="{E845E30E-105C-66BE-DEC6-C4D0A2AC1D61}"/>
          </ac:spMkLst>
        </pc:spChg>
        <pc:spChg chg="add del">
          <ac:chgData name="Jakub Olivík" userId="S::i22olivja@oakm.cz::9867367e-8b67-443b-990f-f135715ff326" providerId="AD" clId="Web-{CFC194C1-7113-4873-7CD0-FA2E84967DC9}" dt="2026-04-05T22:05:26.485" v="50"/>
          <ac:spMkLst>
            <pc:docMk/>
            <pc:sldMk cId="3274246072" sldId="266"/>
            <ac:spMk id="11" creationId="{660EB578-C970-4186-B93C-45851BBC6E34}"/>
          </ac:spMkLst>
        </pc:spChg>
        <pc:spChg chg="add">
          <ac:chgData name="Jakub Olivík" userId="S::i22olivja@oakm.cz::9867367e-8b67-443b-990f-f135715ff326" providerId="AD" clId="Web-{CFC194C1-7113-4873-7CD0-FA2E84967DC9}" dt="2026-04-05T22:05:26.501" v="51"/>
          <ac:spMkLst>
            <pc:docMk/>
            <pc:sldMk cId="3274246072" sldId="266"/>
            <ac:spMk id="19" creationId="{33E93247-6229-44AB-A550-739E971E690B}"/>
          </ac:spMkLst>
        </pc:spChg>
        <pc:picChg chg="add mod ord">
          <ac:chgData name="Jakub Olivík" userId="S::i22olivja@oakm.cz::9867367e-8b67-443b-990f-f135715ff326" providerId="AD" clId="Web-{CFC194C1-7113-4873-7CD0-FA2E84967DC9}" dt="2026-04-05T22:05:26.501" v="51"/>
          <ac:picMkLst>
            <pc:docMk/>
            <pc:sldMk cId="3274246072" sldId="266"/>
            <ac:picMk id="4" creationId="{5052F4AC-BBEF-65E9-5D70-E795649DC7FA}"/>
          </ac:picMkLst>
        </pc:picChg>
        <pc:cxnChg chg="add">
          <ac:chgData name="Jakub Olivík" userId="S::i22olivja@oakm.cz::9867367e-8b67-443b-990f-f135715ff326" providerId="AD" clId="Web-{CFC194C1-7113-4873-7CD0-FA2E84967DC9}" dt="2026-04-05T22:05:26.501" v="51"/>
          <ac:cxnSpMkLst>
            <pc:docMk/>
            <pc:sldMk cId="3274246072" sldId="266"/>
            <ac:cxnSpMk id="9" creationId="{F64F9B95-9045-48D2-B9F3-2927E98F54AA}"/>
          </ac:cxnSpMkLst>
        </pc:cxnChg>
        <pc:cxnChg chg="add del">
          <ac:chgData name="Jakub Olivík" userId="S::i22olivja@oakm.cz::9867367e-8b67-443b-990f-f135715ff326" providerId="AD" clId="Web-{CFC194C1-7113-4873-7CD0-FA2E84967DC9}" dt="2026-04-05T22:05:26.485" v="50"/>
          <ac:cxnSpMkLst>
            <pc:docMk/>
            <pc:sldMk cId="3274246072" sldId="266"/>
            <ac:cxnSpMk id="13" creationId="{CDF57B02-07BB-407B-BB36-06D9C64A673E}"/>
          </ac:cxnSpMkLst>
        </pc:cxnChg>
        <pc:cxnChg chg="add del">
          <ac:chgData name="Jakub Olivík" userId="S::i22olivja@oakm.cz::9867367e-8b67-443b-990f-f135715ff326" providerId="AD" clId="Web-{CFC194C1-7113-4873-7CD0-FA2E84967DC9}" dt="2026-04-05T22:05:26.485" v="50"/>
          <ac:cxnSpMkLst>
            <pc:docMk/>
            <pc:sldMk cId="3274246072" sldId="266"/>
            <ac:cxnSpMk id="15" creationId="{C6855964-C920-48EB-8804-74291211C8A9}"/>
          </ac:cxnSpMkLst>
        </pc:cxnChg>
        <pc:cxnChg chg="add">
          <ac:chgData name="Jakub Olivík" userId="S::i22olivja@oakm.cz::9867367e-8b67-443b-990f-f135715ff326" providerId="AD" clId="Web-{CFC194C1-7113-4873-7CD0-FA2E84967DC9}" dt="2026-04-05T22:05:26.501" v="51"/>
          <ac:cxnSpMkLst>
            <pc:docMk/>
            <pc:sldMk cId="3274246072" sldId="266"/>
            <ac:cxnSpMk id="17" creationId="{D7CC41EB-2D81-4303-9171-6401B388BA35}"/>
          </ac:cxnSpMkLst>
        </pc:cxnChg>
        <pc:cxnChg chg="add">
          <ac:chgData name="Jakub Olivík" userId="S::i22olivja@oakm.cz::9867367e-8b67-443b-990f-f135715ff326" providerId="AD" clId="Web-{CFC194C1-7113-4873-7CD0-FA2E84967DC9}" dt="2026-04-05T22:05:26.501" v="51"/>
          <ac:cxnSpMkLst>
            <pc:docMk/>
            <pc:sldMk cId="3274246072" sldId="266"/>
            <ac:cxnSpMk id="18" creationId="{085AA86F-6A4D-4BCB-A045-D992CDC2959B}"/>
          </ac:cxnSpMkLst>
        </pc:cxnChg>
        <pc:cxnChg chg="add">
          <ac:chgData name="Jakub Olivík" userId="S::i22olivja@oakm.cz::9867367e-8b67-443b-990f-f135715ff326" providerId="AD" clId="Web-{CFC194C1-7113-4873-7CD0-FA2E84967DC9}" dt="2026-04-05T22:05:26.501" v="51"/>
          <ac:cxnSpMkLst>
            <pc:docMk/>
            <pc:sldMk cId="3274246072" sldId="266"/>
            <ac:cxnSpMk id="20" creationId="{EE2E603F-4A95-4FE8-BB06-211DFD75DBE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3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88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92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8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8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0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37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52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0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5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95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2" y="960594"/>
            <a:ext cx="5828114" cy="4936812"/>
          </a:xfrm>
        </p:spPr>
        <p:txBody>
          <a:bodyPr anchor="ctr">
            <a:normAutofit/>
          </a:bodyPr>
          <a:lstStyle/>
          <a:p>
            <a:pPr algn="r"/>
            <a:r>
              <a:rPr lang="en-GB" sz="6000"/>
              <a:t>TIERLIST</a:t>
            </a:r>
            <a:br>
              <a:rPr lang="en-GB" sz="6000"/>
            </a:br>
            <a:r>
              <a:rPr lang="en-GB" sz="6000"/>
              <a:t>SERIALU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2185" y="1390650"/>
            <a:ext cx="3019423" cy="4076700"/>
          </a:xfrm>
        </p:spPr>
        <p:txBody>
          <a:bodyPr anchor="ctr">
            <a:normAutofit/>
          </a:bodyPr>
          <a:lstStyle/>
          <a:p>
            <a:r>
              <a:rPr lang="en-GB" sz="2200"/>
              <a:t>Jakub Olivík</a:t>
            </a:r>
          </a:p>
          <a:p>
            <a:r>
              <a:rPr lang="en-GB" sz="2200"/>
              <a:t>PVA</a:t>
            </a:r>
          </a:p>
          <a:p>
            <a:r>
              <a:rPr lang="en-GB" sz="2200"/>
              <a:t>4.C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B8524-7130-FF16-4392-3C4D7C19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CÍL PROJEKTU</a:t>
            </a:r>
            <a:br>
              <a:rPr lang="en-US" sz="3300"/>
            </a:br>
            <a:br>
              <a:rPr lang="en-US" sz="3300"/>
            </a:br>
            <a:endParaRPr lang="en-US" sz="330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5EF700EB-AFFC-EFDC-7E0A-E5672988BF67}"/>
              </a:ext>
            </a:extLst>
          </p:cNvPr>
          <p:cNvSpPr txBox="1">
            <a:spLocks/>
          </p:cNvSpPr>
          <p:nvPr/>
        </p:nvSpPr>
        <p:spPr>
          <a:xfrm>
            <a:off x="704088" y="1512330"/>
            <a:ext cx="3799763" cy="46528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latin typeface="+mn-lt"/>
                <a:ea typeface="+mn-ea"/>
                <a:cs typeface="+mn-cs"/>
              </a:rPr>
              <a:t>Vytvořit</a:t>
            </a:r>
            <a:r>
              <a:rPr 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sz="2000" err="1">
                <a:latin typeface="+mn-lt"/>
                <a:ea typeface="+mn-ea"/>
                <a:cs typeface="+mn-cs"/>
              </a:rPr>
              <a:t>aplikaci</a:t>
            </a:r>
            <a:r>
              <a:rPr 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sz="2000">
                <a:latin typeface="+mn-lt"/>
                <a:ea typeface="+mn-ea"/>
                <a:cs typeface="+mn-cs"/>
              </a:rPr>
              <a:t>pro </a:t>
            </a:r>
            <a:r>
              <a:rPr lang="en-US" sz="2000" err="1">
                <a:latin typeface="+mn-lt"/>
                <a:ea typeface="+mn-ea"/>
                <a:cs typeface="+mn-cs"/>
              </a:rPr>
              <a:t>hodnocení</a:t>
            </a:r>
            <a:r>
              <a:rPr 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sz="2000" err="1">
                <a:latin typeface="+mn-lt"/>
                <a:ea typeface="+mn-ea"/>
                <a:cs typeface="+mn-cs"/>
              </a:rPr>
              <a:t>seriálů</a:t>
            </a:r>
            <a:r>
              <a:rPr 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sz="2000" err="1">
                <a:latin typeface="+mn-lt"/>
                <a:ea typeface="+mn-ea"/>
                <a:cs typeface="+mn-cs"/>
              </a:rPr>
              <a:t>pomocí</a:t>
            </a:r>
            <a:r>
              <a:rPr 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sz="2000" err="1">
                <a:latin typeface="+mn-lt"/>
                <a:ea typeface="+mn-ea"/>
                <a:cs typeface="+mn-cs"/>
              </a:rPr>
              <a:t>tierlistu</a:t>
            </a:r>
            <a:endParaRPr lang="en-US" sz="2000" dirty="0">
              <a:latin typeface="+mn-lt"/>
              <a:ea typeface="+mn-ea"/>
              <a:cs typeface="+mn-cs"/>
            </a:endParaRP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latin typeface="+mn-lt"/>
                <a:ea typeface="+mn-ea"/>
                <a:cs typeface="+mn-cs"/>
              </a:rPr>
              <a:t>Umožnit</a:t>
            </a:r>
            <a:r>
              <a:rPr 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sz="2000" err="1">
                <a:latin typeface="+mn-lt"/>
                <a:ea typeface="+mn-ea"/>
                <a:cs typeface="+mn-cs"/>
              </a:rPr>
              <a:t>uživateli</a:t>
            </a:r>
            <a:r>
              <a:rPr lang="en-US" sz="2000">
                <a:latin typeface="+mn-lt"/>
                <a:ea typeface="+mn-ea"/>
                <a:cs typeface="+mn-cs"/>
              </a:rPr>
              <a:t>:</a:t>
            </a:r>
            <a:endParaRPr lang="en-US" sz="2000" dirty="0">
              <a:latin typeface="+mn-lt"/>
              <a:ea typeface="+mn-ea"/>
              <a:cs typeface="+mn-cs"/>
            </a:endParaRPr>
          </a:p>
          <a:p>
            <a:pPr marL="800100" lvl="1" indent="-22860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spc="30" err="1"/>
              <a:t>Přidávat</a:t>
            </a:r>
            <a:r>
              <a:rPr lang="en-US" sz="2000" cap="all" spc="30" dirty="0"/>
              <a:t> </a:t>
            </a:r>
            <a:r>
              <a:rPr lang="en-US" sz="2000" cap="all" spc="30" err="1"/>
              <a:t>seriály</a:t>
            </a:r>
            <a:r>
              <a:rPr lang="en-US" sz="2000" cap="all" spc="30" dirty="0"/>
              <a:t> </a:t>
            </a:r>
            <a:r>
              <a:rPr lang="en-US" sz="2000" cap="all" spc="30" err="1"/>
              <a:t>pomocí</a:t>
            </a:r>
            <a:r>
              <a:rPr lang="en-US" sz="2000" cap="all" spc="30" dirty="0"/>
              <a:t> </a:t>
            </a:r>
            <a:r>
              <a:rPr lang="en-US" sz="2000" cap="all" spc="30" err="1"/>
              <a:t>obrazků</a:t>
            </a:r>
            <a:endParaRPr lang="en-US" sz="2000" cap="all" spc="30" dirty="0"/>
          </a:p>
          <a:p>
            <a:pPr marL="800100" lvl="1" indent="-22860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spc="30" err="1"/>
              <a:t>Roztřídit</a:t>
            </a:r>
            <a:r>
              <a:rPr lang="en-US" sz="2000" cap="all" spc="30"/>
              <a:t> je do </a:t>
            </a:r>
            <a:r>
              <a:rPr lang="en-US" sz="2000" cap="all" spc="30" err="1"/>
              <a:t>kategorií</a:t>
            </a:r>
            <a:r>
              <a:rPr lang="en-US" sz="2000" cap="all" spc="30"/>
              <a:t> (S-D)</a:t>
            </a:r>
            <a:endParaRPr lang="en-US" sz="2000" cap="all" spc="30" dirty="0"/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latin typeface="+mn-lt"/>
                <a:ea typeface="+mn-ea"/>
                <a:cs typeface="+mn-cs"/>
              </a:rPr>
              <a:t>Uložit</a:t>
            </a:r>
            <a:r>
              <a:rPr lang="en-US" sz="2000">
                <a:latin typeface="+mn-lt"/>
                <a:ea typeface="+mn-ea"/>
                <a:cs typeface="+mn-cs"/>
              </a:rPr>
              <a:t> a </a:t>
            </a:r>
            <a:r>
              <a:rPr lang="en-US" sz="2000" err="1">
                <a:latin typeface="+mn-lt"/>
                <a:ea typeface="+mn-ea"/>
                <a:cs typeface="+mn-cs"/>
              </a:rPr>
              <a:t>načíst</a:t>
            </a:r>
            <a:r>
              <a:rPr 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sz="2000" err="1">
                <a:latin typeface="+mn-lt"/>
                <a:ea typeface="+mn-ea"/>
                <a:cs typeface="+mn-cs"/>
              </a:rPr>
              <a:t>vytvořený</a:t>
            </a:r>
            <a:r>
              <a:rPr lang="en-US" sz="2000" dirty="0">
                <a:latin typeface="+mn-lt"/>
                <a:ea typeface="+mn-ea"/>
                <a:cs typeface="+mn-cs"/>
              </a:rPr>
              <a:t>  </a:t>
            </a:r>
            <a:r>
              <a:rPr lang="en-US" sz="2000" err="1">
                <a:latin typeface="+mn-lt"/>
                <a:ea typeface="+mn-ea"/>
                <a:cs typeface="+mn-cs"/>
              </a:rPr>
              <a:t>tierlist</a:t>
            </a:r>
            <a:endParaRPr lang="en-US" sz="2000" cap="all" spc="30" dirty="0">
              <a:latin typeface="+mn-lt"/>
              <a:ea typeface="+mn-ea"/>
              <a:cs typeface="+mn-cs"/>
            </a:endParaRP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latin typeface="+mn-lt"/>
                <a:ea typeface="+mn-ea"/>
                <a:cs typeface="+mn-cs"/>
              </a:rPr>
              <a:t>Jednoduché</a:t>
            </a:r>
            <a:r>
              <a:rPr lang="en-US" sz="2000">
                <a:latin typeface="+mn-lt"/>
                <a:ea typeface="+mn-ea"/>
                <a:cs typeface="+mn-cs"/>
              </a:rPr>
              <a:t> a </a:t>
            </a:r>
            <a:r>
              <a:rPr lang="en-US" sz="2000" err="1">
                <a:latin typeface="+mn-lt"/>
                <a:ea typeface="+mn-ea"/>
                <a:cs typeface="+mn-cs"/>
              </a:rPr>
              <a:t>přehledné</a:t>
            </a:r>
            <a:r>
              <a:rPr 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sz="2000" err="1">
                <a:latin typeface="+mn-lt"/>
                <a:ea typeface="+mn-ea"/>
                <a:cs typeface="+mn-cs"/>
              </a:rPr>
              <a:t>ovládaní</a:t>
            </a:r>
            <a:endParaRPr lang="en-US" sz="2000" cap="all" spc="30" dirty="0">
              <a:latin typeface="+mn-lt"/>
              <a:ea typeface="+mn-ea"/>
              <a:cs typeface="+mn-cs"/>
            </a:endParaRPr>
          </a:p>
          <a:p>
            <a:pPr indent="-22860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00" cap="all" spc="30">
              <a:latin typeface="+mn-lt"/>
              <a:ea typeface="+mn-ea"/>
              <a:cs typeface="+mn-cs"/>
            </a:endParaRPr>
          </a:p>
          <a:p>
            <a:pPr lvl="1" indent="-22860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00" cap="all" spc="30"/>
          </a:p>
        </p:txBody>
      </p:sp>
      <p:pic>
        <p:nvPicPr>
          <p:cNvPr id="6" name="Picture 5" descr="Tier List Template | Figma">
            <a:extLst>
              <a:ext uri="{FF2B5EF4-FFF2-40B4-BE49-F238E27FC236}">
                <a16:creationId xmlns:a16="http://schemas.microsoft.com/office/drawing/2014/main" id="{472B661E-7697-4FA3-8FA5-768623258F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5" r="36493" b="-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03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01515-72E8-6CD0-92D1-2562FCB2D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10691814" cy="9819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Použité  technlogie</a:t>
            </a:r>
            <a:br>
              <a:rPr lang="en-US" sz="3100"/>
            </a:br>
            <a:endParaRPr lang="en-US" sz="31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43766AD-6614-4710-B2A4-7BB682EE3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96107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7186FAB7-8A28-0957-0F0A-681A6A036356}"/>
              </a:ext>
            </a:extLst>
          </p:cNvPr>
          <p:cNvSpPr txBox="1">
            <a:spLocks/>
          </p:cNvSpPr>
          <p:nvPr/>
        </p:nvSpPr>
        <p:spPr>
          <a:xfrm>
            <a:off x="700088" y="2226373"/>
            <a:ext cx="4087065" cy="39351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  <a:ea typeface="+mn-ea"/>
                <a:cs typeface="+mn-cs"/>
              </a:rPr>
              <a:t>Jazyk</a:t>
            </a:r>
            <a:r>
              <a:rPr lang="en-US" sz="2000" dirty="0">
                <a:latin typeface="+mn-lt"/>
                <a:ea typeface="+mn-ea"/>
                <a:cs typeface="+mn-cs"/>
              </a:rPr>
              <a:t>: C#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  <a:ea typeface="+mn-ea"/>
                <a:cs typeface="+mn-cs"/>
              </a:rPr>
              <a:t>Platforma</a:t>
            </a:r>
            <a:r>
              <a:rPr lang="en-US" sz="2000" dirty="0">
                <a:latin typeface="+mn-lt"/>
                <a:ea typeface="+mn-ea"/>
                <a:cs typeface="+mn-cs"/>
              </a:rPr>
              <a:t>: .net8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  <a:cs typeface="+mn-cs"/>
              </a:rPr>
              <a:t>GUI: Windows </a:t>
            </a:r>
            <a:r>
              <a:rPr lang="en-US" sz="2000" dirty="0" err="1">
                <a:latin typeface="+mn-lt"/>
                <a:ea typeface="+mn-ea"/>
                <a:cs typeface="+mn-cs"/>
              </a:rPr>
              <a:t>FOrms</a:t>
            </a:r>
            <a:endParaRPr lang="en-US" sz="2000">
              <a:latin typeface="+mn-lt"/>
              <a:ea typeface="+mn-ea"/>
              <a:cs typeface="+mn-cs"/>
            </a:endParaRP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  <a:ea typeface="+mn-ea"/>
                <a:cs typeface="+mn-cs"/>
              </a:rPr>
              <a:t>Práce</a:t>
            </a:r>
            <a:r>
              <a:rPr lang="en-US" sz="2000" dirty="0">
                <a:latin typeface="+mn-lt"/>
                <a:ea typeface="+mn-ea"/>
                <a:cs typeface="+mn-cs"/>
              </a:rPr>
              <a:t> se </a:t>
            </a:r>
            <a:r>
              <a:rPr lang="en-US" sz="2000" dirty="0" err="1">
                <a:latin typeface="+mn-lt"/>
                <a:ea typeface="+mn-ea"/>
                <a:cs typeface="+mn-cs"/>
              </a:rPr>
              <a:t>soubory</a:t>
            </a:r>
            <a:r>
              <a:rPr lang="en-US" sz="2000" dirty="0">
                <a:latin typeface="+mn-lt"/>
                <a:ea typeface="+mn-ea"/>
                <a:cs typeface="+mn-cs"/>
              </a:rPr>
              <a:t>: </a:t>
            </a:r>
          </a:p>
          <a:p>
            <a:pPr marL="800100" lvl="1" indent="-22860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spc="30" dirty="0"/>
              <a:t>Json (</a:t>
            </a:r>
            <a:r>
              <a:rPr lang="en-US" sz="2000" cap="all" spc="30" dirty="0" err="1"/>
              <a:t>text.file.json</a:t>
            </a:r>
            <a:r>
              <a:rPr lang="en-US" sz="2000" cap="all" spc="30" dirty="0"/>
              <a:t>)</a:t>
            </a:r>
          </a:p>
          <a:p>
            <a:pPr marL="800100" lvl="1" indent="-22860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spc="30" dirty="0"/>
              <a:t>Image (</a:t>
            </a:r>
            <a:r>
              <a:rPr lang="en-US" sz="2000" cap="all" spc="30" dirty="0" err="1"/>
              <a:t>image.from.file</a:t>
            </a:r>
            <a:r>
              <a:rPr lang="en-US" sz="2000" cap="all" spc="30" dirty="0"/>
              <a:t>)</a:t>
            </a:r>
          </a:p>
          <a:p>
            <a:pPr marL="342900"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  <a:cs typeface="+mn-cs"/>
              </a:rPr>
              <a:t>Drag and drop </a:t>
            </a:r>
            <a:r>
              <a:rPr lang="en-US" sz="2000" dirty="0" err="1">
                <a:latin typeface="+mn-lt"/>
                <a:ea typeface="+mn-ea"/>
                <a:cs typeface="+mn-cs"/>
              </a:rPr>
              <a:t>funkcionalita</a:t>
            </a:r>
            <a:endParaRPr lang="en-US" sz="2000" cap="none" spc="0" dirty="0" err="1">
              <a:latin typeface="+mn-lt"/>
              <a:ea typeface="+mn-ea"/>
              <a:cs typeface="+mn-cs"/>
            </a:endParaRP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000" dirty="0">
                <a:latin typeface="+mn-lt"/>
                <a:ea typeface="+mn-ea"/>
                <a:cs typeface="+mn-cs"/>
              </a:rPr>
            </a:br>
            <a:endParaRPr lang="en-US" sz="1000"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 descr="File:Csharp Logo.png - Wikimedia Commons">
            <a:extLst>
              <a:ext uri="{FF2B5EF4-FFF2-40B4-BE49-F238E27FC236}">
                <a16:creationId xmlns:a16="http://schemas.microsoft.com/office/drawing/2014/main" id="{AC9E15A5-4795-B19C-C0C2-3EE994863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024" y="2664136"/>
            <a:ext cx="3032198" cy="3032198"/>
          </a:xfrm>
          <a:prstGeom prst="rect">
            <a:avLst/>
          </a:prstGeom>
        </p:spPr>
      </p:pic>
      <p:pic>
        <p:nvPicPr>
          <p:cNvPr id="11" name="Picture 10" descr=".NET – Wikipedie">
            <a:extLst>
              <a:ext uri="{FF2B5EF4-FFF2-40B4-BE49-F238E27FC236}">
                <a16:creationId xmlns:a16="http://schemas.microsoft.com/office/drawing/2014/main" id="{87085FFC-F51D-72ED-9446-BA87969B6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138" y="2641354"/>
            <a:ext cx="3077763" cy="307776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E6FE0DE-8AAE-1138-02BC-4C6C2EDB7B33}"/>
              </a:ext>
            </a:extLst>
          </p:cNvPr>
          <p:cNvSpPr txBox="1">
            <a:spLocks/>
          </p:cNvSpPr>
          <p:nvPr/>
        </p:nvSpPr>
        <p:spPr>
          <a:xfrm>
            <a:off x="693265" y="2064185"/>
            <a:ext cx="10283452" cy="13689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306323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FA6DD-9E57-2DAA-37DB-445079529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Architektura aplikace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1BBBD21-D78F-E6B2-3331-58B1B2770539}"/>
              </a:ext>
            </a:extLst>
          </p:cNvPr>
          <p:cNvSpPr txBox="1"/>
          <p:nvPr/>
        </p:nvSpPr>
        <p:spPr>
          <a:xfrm>
            <a:off x="704088" y="2387600"/>
            <a:ext cx="3799763" cy="426159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Hlavní</a:t>
            </a:r>
            <a:r>
              <a:rPr lang="en-US" sz="2000" cap="all" dirty="0"/>
              <a:t> </a:t>
            </a:r>
            <a:r>
              <a:rPr lang="en-US" sz="2000" cap="all" dirty="0" err="1"/>
              <a:t>formulář</a:t>
            </a:r>
            <a:r>
              <a:rPr lang="en-US" sz="2000" cap="all" dirty="0"/>
              <a:t> (form  tier list)</a:t>
            </a:r>
            <a:endParaRPr lang="en-US" sz="2000" dirty="0"/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Komponenty</a:t>
            </a:r>
            <a:r>
              <a:rPr lang="en-US" sz="2000" cap="all" dirty="0"/>
              <a:t> </a:t>
            </a:r>
          </a:p>
          <a:p>
            <a:pPr marL="80010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/>
              <a:t>Flow layout panel (S-D, </a:t>
            </a:r>
            <a:r>
              <a:rPr lang="en-US" sz="2000" cap="all" dirty="0" err="1"/>
              <a:t>serialy</a:t>
            </a:r>
            <a:r>
              <a:rPr lang="en-US" sz="2000" cap="all" dirty="0"/>
              <a:t>)</a:t>
            </a:r>
          </a:p>
          <a:p>
            <a:pPr marL="80010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/>
              <a:t>Picture box (</a:t>
            </a:r>
            <a:r>
              <a:rPr lang="en-US" sz="2000" cap="all" dirty="0" err="1"/>
              <a:t>zobrazeni</a:t>
            </a:r>
            <a:r>
              <a:rPr lang="en-US" sz="2000" cap="all" dirty="0"/>
              <a:t> </a:t>
            </a:r>
            <a:r>
              <a:rPr lang="en-US" sz="2000" cap="all" dirty="0" err="1"/>
              <a:t>serialu</a:t>
            </a:r>
            <a:r>
              <a:rPr lang="en-US" sz="2000" cap="all" dirty="0"/>
              <a:t>)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/>
              <a:t>Data</a:t>
            </a:r>
            <a:endParaRPr lang="en-US" sz="2000" cap="all" dirty="0"/>
          </a:p>
          <a:p>
            <a:pPr marL="80010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Třída</a:t>
            </a:r>
            <a:r>
              <a:rPr lang="en-US" sz="2000" cap="all" dirty="0"/>
              <a:t> </a:t>
            </a:r>
            <a:r>
              <a:rPr lang="en-US" sz="2000" cap="all" dirty="0" err="1"/>
              <a:t>serialitem</a:t>
            </a:r>
            <a:endParaRPr lang="en-US" sz="2000" cap="all"/>
          </a:p>
          <a:p>
            <a:pPr marL="80010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Ukládání</a:t>
            </a:r>
            <a:r>
              <a:rPr lang="en-US" sz="2000" cap="all" dirty="0"/>
              <a:t> do </a:t>
            </a:r>
            <a:r>
              <a:rPr lang="en-US" sz="2000" cap="all" dirty="0" err="1"/>
              <a:t>json</a:t>
            </a:r>
            <a:r>
              <a:rPr lang="en-US" sz="2000" cap="all" dirty="0"/>
              <a:t> </a:t>
            </a:r>
            <a:r>
              <a:rPr lang="en-US" sz="2000" cap="all" dirty="0" err="1"/>
              <a:t>souboru</a:t>
            </a:r>
            <a:endParaRPr lang="en-US" sz="2000" cap="all"/>
          </a:p>
          <a:p>
            <a:pPr marL="80010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cap="all"/>
          </a:p>
          <a:p>
            <a:pPr marL="80010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cap="all"/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cap="all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0678A6-9A8C-F460-42AD-DA657CCFAC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418" b="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95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FEF61A-3CAF-EE01-AB7F-CAFE92D46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Hlavní funkce aplikace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73CF7B07-327B-7F82-CB31-1923E8D96F71}"/>
              </a:ext>
            </a:extLst>
          </p:cNvPr>
          <p:cNvSpPr txBox="1">
            <a:spLocks/>
          </p:cNvSpPr>
          <p:nvPr/>
        </p:nvSpPr>
        <p:spPr>
          <a:xfrm>
            <a:off x="704088" y="2387600"/>
            <a:ext cx="4046898" cy="37776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  <a:cs typeface="+mn-cs"/>
              </a:rPr>
              <a:t>DRAG and drop </a:t>
            </a:r>
            <a:r>
              <a:rPr lang="en-US" sz="2000" dirty="0" err="1">
                <a:latin typeface="+mn-lt"/>
                <a:ea typeface="+mn-ea"/>
                <a:cs typeface="+mn-cs"/>
              </a:rPr>
              <a:t>přesouvaní</a:t>
            </a:r>
            <a:r>
              <a:rPr 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sz="2000" dirty="0" err="1">
                <a:latin typeface="+mn-lt"/>
                <a:ea typeface="+mn-ea"/>
                <a:cs typeface="+mn-cs"/>
              </a:rPr>
              <a:t>serialů</a:t>
            </a:r>
            <a:endParaRPr lang="en-US" sz="2000">
              <a:latin typeface="+mn-lt"/>
              <a:ea typeface="+mn-ea"/>
              <a:cs typeface="+mn-cs"/>
            </a:endParaRP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  <a:ea typeface="+mn-ea"/>
                <a:cs typeface="+mn-cs"/>
              </a:rPr>
              <a:t>Přidání</a:t>
            </a:r>
            <a:r>
              <a:rPr 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sz="2000" dirty="0" err="1">
                <a:latin typeface="+mn-lt"/>
                <a:ea typeface="+mn-ea"/>
                <a:cs typeface="+mn-cs"/>
              </a:rPr>
              <a:t>nového</a:t>
            </a:r>
            <a:r>
              <a:rPr 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sz="2000" dirty="0" err="1">
                <a:latin typeface="+mn-lt"/>
                <a:ea typeface="+mn-ea"/>
                <a:cs typeface="+mn-cs"/>
              </a:rPr>
              <a:t>seriálů</a:t>
            </a:r>
            <a:r>
              <a:rPr lang="en-US" sz="2000" dirty="0">
                <a:latin typeface="+mn-lt"/>
                <a:ea typeface="+mn-ea"/>
                <a:cs typeface="+mn-cs"/>
              </a:rPr>
              <a:t> ze </a:t>
            </a:r>
            <a:r>
              <a:rPr lang="en-US" sz="2000" dirty="0" err="1">
                <a:latin typeface="+mn-lt"/>
                <a:ea typeface="+mn-ea"/>
                <a:cs typeface="+mn-cs"/>
              </a:rPr>
              <a:t>souboru</a:t>
            </a:r>
            <a:endParaRPr lang="en-US" sz="2000">
              <a:latin typeface="+mn-lt"/>
              <a:ea typeface="+mn-ea"/>
              <a:cs typeface="+mn-cs"/>
            </a:endParaRP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  <a:cs typeface="+mn-cs"/>
              </a:rPr>
              <a:t>Reset  </a:t>
            </a:r>
            <a:r>
              <a:rPr lang="en-US" sz="2000" dirty="0" err="1">
                <a:latin typeface="+mn-lt"/>
                <a:ea typeface="+mn-ea"/>
                <a:cs typeface="+mn-cs"/>
              </a:rPr>
              <a:t>tierlistu</a:t>
            </a:r>
            <a:endParaRPr lang="en-US" sz="2000">
              <a:latin typeface="+mn-lt"/>
              <a:ea typeface="+mn-ea"/>
              <a:cs typeface="+mn-cs"/>
            </a:endParaRP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  <a:cs typeface="+mn-cs"/>
              </a:rPr>
              <a:t>Dark / light </a:t>
            </a:r>
            <a:r>
              <a:rPr lang="en-US" sz="2000" dirty="0" err="1">
                <a:latin typeface="+mn-lt"/>
                <a:ea typeface="+mn-ea"/>
                <a:cs typeface="+mn-cs"/>
              </a:rPr>
              <a:t>režim</a:t>
            </a:r>
            <a:endParaRPr lang="en-US" sz="2000">
              <a:latin typeface="+mn-lt"/>
              <a:ea typeface="+mn-ea"/>
              <a:cs typeface="+mn-cs"/>
            </a:endParaRP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  <a:ea typeface="+mn-ea"/>
                <a:cs typeface="+mn-cs"/>
              </a:rPr>
              <a:t>Klávesové</a:t>
            </a:r>
            <a:r>
              <a:rPr lang="en-US" sz="2000" dirty="0">
                <a:latin typeface="+mn-lt"/>
                <a:ea typeface="+mn-ea"/>
                <a:cs typeface="+mn-cs"/>
              </a:rPr>
              <a:t>  </a:t>
            </a:r>
            <a:r>
              <a:rPr lang="en-US" sz="2000" dirty="0" err="1">
                <a:latin typeface="+mn-lt"/>
                <a:ea typeface="+mn-ea"/>
                <a:cs typeface="+mn-cs"/>
              </a:rPr>
              <a:t>zkratky</a:t>
            </a:r>
            <a:endParaRPr lang="en-US" sz="2000">
              <a:latin typeface="+mn-lt"/>
              <a:ea typeface="+mn-ea"/>
              <a:cs typeface="+mn-cs"/>
            </a:endParaRP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17DA55F-821D-70BA-7CA9-BA3F4F5E8C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655" b="2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95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9CC1B-7FAA-7E67-4093-04680D405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Ukládaní a načítání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B3AA884-C822-E548-104A-6D0767D8CEAC}"/>
              </a:ext>
            </a:extLst>
          </p:cNvPr>
          <p:cNvSpPr txBox="1"/>
          <p:nvPr/>
        </p:nvSpPr>
        <p:spPr>
          <a:xfrm>
            <a:off x="704088" y="1839839"/>
            <a:ext cx="5195889" cy="432321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Ukládání</a:t>
            </a:r>
            <a:r>
              <a:rPr lang="en-US" sz="2000" cap="all" dirty="0"/>
              <a:t> do  </a:t>
            </a:r>
            <a:r>
              <a:rPr lang="en-US" sz="2000" cap="all" dirty="0" err="1"/>
              <a:t>Tierlist.json</a:t>
            </a:r>
            <a:endParaRPr lang="en-US" sz="2000"/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Každý</a:t>
            </a:r>
            <a:r>
              <a:rPr lang="en-US" sz="2000" cap="all" dirty="0"/>
              <a:t> </a:t>
            </a:r>
            <a:r>
              <a:rPr lang="en-US" sz="2000" cap="all" dirty="0" err="1"/>
              <a:t>seriál</a:t>
            </a:r>
            <a:r>
              <a:rPr lang="en-US" sz="2000" cap="all" dirty="0"/>
              <a:t> </a:t>
            </a:r>
            <a:r>
              <a:rPr lang="en-US" sz="2000" cap="all" dirty="0" err="1"/>
              <a:t>obsahuje</a:t>
            </a:r>
            <a:r>
              <a:rPr lang="en-US" sz="2000" cap="all" dirty="0"/>
              <a:t>:</a:t>
            </a:r>
            <a:endParaRPr lang="en-US" sz="2000"/>
          </a:p>
          <a:p>
            <a:pPr marL="800100"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Cestu</a:t>
            </a:r>
            <a:r>
              <a:rPr lang="en-US" sz="2000" cap="all" dirty="0"/>
              <a:t> k </a:t>
            </a:r>
            <a:r>
              <a:rPr lang="en-US" sz="2000" cap="all" dirty="0" err="1"/>
              <a:t>obrázku</a:t>
            </a:r>
            <a:endParaRPr lang="en-US" sz="2000"/>
          </a:p>
          <a:p>
            <a:pPr marL="800100"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Přirazený</a:t>
            </a:r>
            <a:r>
              <a:rPr lang="en-US" sz="2000" cap="all" dirty="0"/>
              <a:t> tier</a:t>
            </a:r>
            <a:endParaRPr lang="en-US" sz="2000"/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Načítaní</a:t>
            </a:r>
            <a:r>
              <a:rPr lang="en-US" sz="2000" cap="all" dirty="0"/>
              <a:t> - </a:t>
            </a:r>
            <a:r>
              <a:rPr lang="en-US" sz="2000" cap="all" dirty="0" err="1"/>
              <a:t>Načte</a:t>
            </a:r>
            <a:r>
              <a:rPr lang="en-US" sz="2000" cap="all" dirty="0"/>
              <a:t> </a:t>
            </a:r>
            <a:r>
              <a:rPr lang="en-US" sz="2000" cap="all" dirty="0" err="1"/>
              <a:t>seriály</a:t>
            </a:r>
            <a:r>
              <a:rPr lang="en-US" sz="2000" cap="all" dirty="0"/>
              <a:t>  </a:t>
            </a:r>
            <a:r>
              <a:rPr lang="en-US" sz="2000" cap="all" dirty="0" err="1"/>
              <a:t>tak</a:t>
            </a:r>
            <a:r>
              <a:rPr lang="en-US" sz="2000" cap="all" dirty="0"/>
              <a:t> jak je </a:t>
            </a:r>
            <a:r>
              <a:rPr lang="en-US" sz="2000" cap="all" dirty="0" err="1"/>
              <a:t>uživatel</a:t>
            </a:r>
            <a:r>
              <a:rPr lang="en-US" sz="2000" cap="all" dirty="0"/>
              <a:t> </a:t>
            </a:r>
            <a:r>
              <a:rPr lang="en-US" sz="2000" cap="all" dirty="0" err="1"/>
              <a:t>uložil</a:t>
            </a:r>
            <a:endParaRPr lang="en-US" sz="2000"/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Ošetření</a:t>
            </a:r>
            <a:r>
              <a:rPr lang="en-US" sz="2000" cap="all" dirty="0"/>
              <a:t> </a:t>
            </a:r>
            <a:r>
              <a:rPr lang="en-US" sz="2000" cap="all" dirty="0" err="1"/>
              <a:t>chyb</a:t>
            </a:r>
            <a:r>
              <a:rPr lang="en-US" sz="2000" cap="all" dirty="0"/>
              <a:t> (</a:t>
            </a:r>
            <a:r>
              <a:rPr lang="en-US" sz="2000" cap="all" dirty="0" err="1"/>
              <a:t>například</a:t>
            </a:r>
            <a:r>
              <a:rPr lang="en-US" sz="2000" cap="all" dirty="0"/>
              <a:t> </a:t>
            </a:r>
            <a:r>
              <a:rPr lang="en-US" sz="2000" cap="all" dirty="0" err="1"/>
              <a:t>není</a:t>
            </a:r>
            <a:r>
              <a:rPr lang="en-US" sz="2000" cap="all" dirty="0"/>
              <a:t> </a:t>
            </a:r>
            <a:r>
              <a:rPr lang="en-US" sz="2000" cap="all" dirty="0" err="1"/>
              <a:t>možné</a:t>
            </a:r>
            <a:r>
              <a:rPr lang="en-US" sz="2000" cap="all" dirty="0"/>
              <a:t> </a:t>
            </a:r>
            <a:r>
              <a:rPr lang="en-US" sz="2000" cap="all" dirty="0" err="1"/>
              <a:t>přidat</a:t>
            </a:r>
            <a:r>
              <a:rPr lang="en-US" sz="2000" cap="all" dirty="0"/>
              <a:t> </a:t>
            </a:r>
            <a:r>
              <a:rPr lang="en-US" sz="2000" cap="all" dirty="0" err="1"/>
              <a:t>obrázek</a:t>
            </a:r>
            <a:r>
              <a:rPr lang="en-US" sz="2000" cap="all" dirty="0"/>
              <a:t> se </a:t>
            </a:r>
            <a:r>
              <a:rPr lang="en-US" sz="2000" cap="all" dirty="0" err="1"/>
              <a:t>stejným</a:t>
            </a:r>
            <a:r>
              <a:rPr lang="en-US" sz="2000" cap="all" dirty="0"/>
              <a:t> </a:t>
            </a:r>
            <a:r>
              <a:rPr lang="en-US" sz="2000" cap="all" dirty="0" err="1"/>
              <a:t>názvem</a:t>
            </a:r>
            <a:r>
              <a:rPr lang="en-US" sz="2000" cap="all" dirty="0"/>
              <a:t> </a:t>
            </a:r>
            <a:r>
              <a:rPr lang="en-US" sz="2000" cap="all" dirty="0" err="1"/>
              <a:t>jako</a:t>
            </a:r>
            <a:r>
              <a:rPr lang="en-US" sz="2000" cap="all" dirty="0"/>
              <a:t> </a:t>
            </a:r>
            <a:r>
              <a:rPr lang="en-US" sz="2000" cap="all" dirty="0" err="1"/>
              <a:t>jiný</a:t>
            </a:r>
            <a:r>
              <a:rPr lang="en-US" sz="2000" cap="all" dirty="0"/>
              <a:t>)</a:t>
            </a:r>
            <a:endParaRPr lang="en-US" sz="2000" dirty="0"/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cap="all"/>
          </a:p>
        </p:txBody>
      </p:sp>
      <p:pic>
        <p:nvPicPr>
          <p:cNvPr id="7" name="Picture 6" descr="Soubor:JSON vector logo.svg – Wikipedie">
            <a:extLst>
              <a:ext uri="{FF2B5EF4-FFF2-40B4-BE49-F238E27FC236}">
                <a16:creationId xmlns:a16="http://schemas.microsoft.com/office/drawing/2014/main" id="{523ABB06-A9C3-D696-1A9F-D56CDD84A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8" r="7979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06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CD17F-61C1-941E-2036-07B03149B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Bezpečnost a stabilita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2894226-4FD2-C4D2-EF72-5725C5D86ADC}"/>
              </a:ext>
            </a:extLst>
          </p:cNvPr>
          <p:cNvSpPr txBox="1"/>
          <p:nvPr/>
        </p:nvSpPr>
        <p:spPr>
          <a:xfrm>
            <a:off x="704088" y="2387600"/>
            <a:ext cx="3799763" cy="37673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Kontrola</a:t>
            </a:r>
            <a:endParaRPr lang="en-US" sz="2000" cap="all"/>
          </a:p>
          <a:p>
            <a:pPr marL="800100"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/>
              <a:t>Existence </a:t>
            </a:r>
            <a:r>
              <a:rPr lang="en-US" sz="2000" cap="all" dirty="0" err="1"/>
              <a:t>souborů</a:t>
            </a:r>
            <a:endParaRPr lang="en-US" sz="2000" cap="all"/>
          </a:p>
          <a:p>
            <a:pPr marL="800100"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Formatů</a:t>
            </a:r>
            <a:r>
              <a:rPr lang="en-US" sz="2000" cap="all" dirty="0"/>
              <a:t> </a:t>
            </a:r>
            <a:r>
              <a:rPr lang="en-US" sz="2000" cap="all" dirty="0" err="1"/>
              <a:t>obrazků</a:t>
            </a:r>
            <a:endParaRPr lang="en-US" sz="2000" cap="all"/>
          </a:p>
          <a:p>
            <a:pPr marL="800100"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/>
              <a:t>Duplicity </a:t>
            </a:r>
            <a:r>
              <a:rPr lang="en-US" sz="2000" cap="all" dirty="0" err="1"/>
              <a:t>názvů</a:t>
            </a:r>
            <a:endParaRPr lang="en-US" sz="2000" cap="all"/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/>
              <a:t>Try /catch </a:t>
            </a:r>
            <a:r>
              <a:rPr lang="en-US" sz="2000" cap="all" dirty="0" err="1"/>
              <a:t>bloky</a:t>
            </a:r>
            <a:endParaRPr lang="en-US" sz="2000" cap="all"/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cap="all" dirty="0" err="1"/>
              <a:t>Uživatelské</a:t>
            </a:r>
            <a:r>
              <a:rPr lang="en-US" sz="2000" cap="all" dirty="0"/>
              <a:t> </a:t>
            </a:r>
            <a:r>
              <a:rPr lang="en-US" sz="2000" cap="all" dirty="0" err="1"/>
              <a:t>chybové</a:t>
            </a:r>
            <a:r>
              <a:rPr lang="en-US" sz="2000" cap="all" dirty="0"/>
              <a:t> </a:t>
            </a:r>
            <a:r>
              <a:rPr lang="en-US" sz="2000" cap="all" dirty="0" err="1"/>
              <a:t>hlášky</a:t>
            </a:r>
            <a:endParaRPr lang="en-US" sz="2000" cap="all"/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cap="all"/>
          </a:p>
        </p:txBody>
      </p:sp>
      <p:pic>
        <p:nvPicPr>
          <p:cNvPr id="5" name="Picture 4" descr="Error Handling in C# Sharp using try-catch-finally">
            <a:extLst>
              <a:ext uri="{FF2B5EF4-FFF2-40B4-BE49-F238E27FC236}">
                <a16:creationId xmlns:a16="http://schemas.microsoft.com/office/drawing/2014/main" id="{7B7FCC3B-47C3-2805-7822-BEF8C0A93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81" r="-1" b="-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06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7BEE01-F271-5E3B-3665-2A3AA2EFA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Ukázka aplikace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B638242-14F1-69F5-1070-9CDDADEA5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61" y="2211860"/>
            <a:ext cx="4798237" cy="3774377"/>
          </a:xfrm>
          <a:prstGeom prst="rect">
            <a:avLst/>
          </a:prstGeom>
        </p:spPr>
      </p:pic>
      <p:pic>
        <p:nvPicPr>
          <p:cNvPr id="5" name="Picture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6FB18335-DD63-4E6F-E46F-9B6BE7271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514" y="2215232"/>
            <a:ext cx="5128862" cy="376763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242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E46B79-1897-9253-31F0-5A1673049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n-GB" sz="3600"/>
              <a:t>Přínos pro výuku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DFDA9-0879-AD86-53C8-94E626986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 err="1"/>
              <a:t>Procvičení</a:t>
            </a:r>
            <a:r>
              <a:rPr lang="en-GB" dirty="0"/>
              <a:t> </a:t>
            </a:r>
            <a:r>
              <a:rPr lang="en-GB" dirty="0" err="1"/>
              <a:t>práce</a:t>
            </a:r>
            <a:r>
              <a:rPr lang="en-GB" dirty="0"/>
              <a:t> s GUI</a:t>
            </a:r>
          </a:p>
          <a:p>
            <a:r>
              <a:rPr lang="en-GB" dirty="0" err="1"/>
              <a:t>Práce</a:t>
            </a:r>
            <a:r>
              <a:rPr lang="en-GB" dirty="0"/>
              <a:t> se </a:t>
            </a:r>
            <a:r>
              <a:rPr lang="en-GB" dirty="0" err="1"/>
              <a:t>soubory</a:t>
            </a:r>
          </a:p>
          <a:p>
            <a:r>
              <a:rPr lang="en-GB" dirty="0" err="1"/>
              <a:t>Události</a:t>
            </a:r>
            <a:r>
              <a:rPr lang="en-GB" dirty="0"/>
              <a:t> a Eventy</a:t>
            </a:r>
          </a:p>
          <a:p>
            <a:r>
              <a:rPr lang="en-GB" dirty="0" err="1"/>
              <a:t>Ošetření</a:t>
            </a:r>
            <a:r>
              <a:rPr lang="en-GB" dirty="0"/>
              <a:t> </a:t>
            </a:r>
            <a:r>
              <a:rPr lang="en-GB" dirty="0" err="1"/>
              <a:t>chyb</a:t>
            </a:r>
            <a:r>
              <a:rPr lang="en-GB" dirty="0"/>
              <a:t> a </a:t>
            </a:r>
            <a:r>
              <a:rPr lang="en-GB" dirty="0" err="1"/>
              <a:t>validace</a:t>
            </a:r>
          </a:p>
          <a:p>
            <a:r>
              <a:rPr lang="en-GB" dirty="0" err="1"/>
              <a:t>Návrh</a:t>
            </a:r>
            <a:r>
              <a:rPr lang="en-GB" dirty="0"/>
              <a:t> </a:t>
            </a:r>
            <a:r>
              <a:rPr lang="en-GB" dirty="0" err="1"/>
              <a:t>jednoduché</a:t>
            </a:r>
            <a:r>
              <a:rPr lang="en-GB" dirty="0"/>
              <a:t> </a:t>
            </a:r>
            <a:r>
              <a:rPr lang="en-GB" dirty="0" err="1"/>
              <a:t>aplikace</a:t>
            </a:r>
          </a:p>
        </p:txBody>
      </p:sp>
      <p:pic>
        <p:nvPicPr>
          <p:cNvPr id="4" name="Picture 3" descr="Thumbs Up Smile Emoji PNG Transparent With Clear Background ID 85855 |  TOPpng">
            <a:extLst>
              <a:ext uri="{FF2B5EF4-FFF2-40B4-BE49-F238E27FC236}">
                <a16:creationId xmlns:a16="http://schemas.microsoft.com/office/drawing/2014/main" id="{F6A79732-978E-4375-96E5-9643D5B144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34" r="-2" b="9199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76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06DCA6-4247-5F67-229C-70EF1BE3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871758"/>
            <a:ext cx="5227171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Prostor pro otázky 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Question Mark Animation Clip Art - Question Mark Animation - Full Size PNG  Clipart Images Download. ClipartMax.com">
            <a:extLst>
              <a:ext uri="{FF2B5EF4-FFF2-40B4-BE49-F238E27FC236}">
                <a16:creationId xmlns:a16="http://schemas.microsoft.com/office/drawing/2014/main" id="{5052F4AC-BBEF-65E9-5D70-E795649DC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" b="13709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4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49734-06D8-3855-78AB-3431F57D5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500B84-08FB-FA4C-0748-8618D6441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2" y="960594"/>
            <a:ext cx="5828114" cy="4936812"/>
          </a:xfrm>
        </p:spPr>
        <p:txBody>
          <a:bodyPr anchor="ctr">
            <a:normAutofit/>
          </a:bodyPr>
          <a:lstStyle/>
          <a:p>
            <a:pPr algn="r"/>
            <a:r>
              <a:rPr lang="en-GB" sz="6000"/>
              <a:t>Děkuji za pozornost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AD2A4-C67D-B524-2EC5-D5DE83348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2185" y="1390650"/>
            <a:ext cx="3019423" cy="4076700"/>
          </a:xfrm>
        </p:spPr>
        <p:txBody>
          <a:bodyPr anchor="ctr">
            <a:normAutofit/>
          </a:bodyPr>
          <a:lstStyle/>
          <a:p>
            <a:r>
              <a:rPr lang="en-GB" sz="2200"/>
              <a:t>Jakub Olivík</a:t>
            </a:r>
          </a:p>
          <a:p>
            <a:r>
              <a:rPr lang="en-GB" sz="2200"/>
              <a:t>PVA</a:t>
            </a:r>
          </a:p>
          <a:p>
            <a:r>
              <a:rPr lang="en-GB" sz="2200"/>
              <a:t>4.C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49496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ChronicleVTI</vt:lpstr>
      <vt:lpstr>TIERLIST SERIALU</vt:lpstr>
      <vt:lpstr>CÍL PROJEKTU  </vt:lpstr>
      <vt:lpstr>Použité  technlogie </vt:lpstr>
      <vt:lpstr>Architektura aplikace</vt:lpstr>
      <vt:lpstr>Hlavní funkce aplikace</vt:lpstr>
      <vt:lpstr>Ukládaní a načítání</vt:lpstr>
      <vt:lpstr>Bezpečnost a stabilita</vt:lpstr>
      <vt:lpstr>Ukázka aplikace</vt:lpstr>
      <vt:lpstr>Přínos pro výuku</vt:lpstr>
      <vt:lpstr>Prostor pro otázky </vt:lpstr>
      <vt:lpstr>Děkuji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306</cp:revision>
  <dcterms:created xsi:type="dcterms:W3CDTF">2026-04-05T21:09:30Z</dcterms:created>
  <dcterms:modified xsi:type="dcterms:W3CDTF">2026-04-05T22:05:49Z</dcterms:modified>
</cp:coreProperties>
</file>